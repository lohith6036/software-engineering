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2" r:id="rId7"/>
    <p:sldId id="264" r:id="rId8"/>
    <p:sldId id="265" r:id="rId9"/>
    <p:sldId id="26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101" y="1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EACF065-18C0-476C-B713-1B5BB5B0C762}" type="doc">
      <dgm:prSet loTypeId="urn:microsoft.com/office/officeart/2008/layout/LinedList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F9E64DAB-30E5-47D4-9124-D10BFFE0EEE4}">
      <dgm:prSet/>
      <dgm:spPr/>
      <dgm:t>
        <a:bodyPr/>
        <a:lstStyle/>
        <a:p>
          <a:r>
            <a:rPr lang="en-US"/>
            <a:t>Language: Java</a:t>
          </a:r>
        </a:p>
      </dgm:t>
    </dgm:pt>
    <dgm:pt modelId="{8804A9C2-4941-4A63-B5F3-55CDD6559C1E}" type="parTrans" cxnId="{17D17B31-F468-49D6-B025-8EF63D4DC79D}">
      <dgm:prSet/>
      <dgm:spPr/>
      <dgm:t>
        <a:bodyPr/>
        <a:lstStyle/>
        <a:p>
          <a:endParaRPr lang="en-US"/>
        </a:p>
      </dgm:t>
    </dgm:pt>
    <dgm:pt modelId="{863248A5-0A86-47F2-8462-D925BEAF8D2A}" type="sibTrans" cxnId="{17D17B31-F468-49D6-B025-8EF63D4DC79D}">
      <dgm:prSet/>
      <dgm:spPr/>
      <dgm:t>
        <a:bodyPr/>
        <a:lstStyle/>
        <a:p>
          <a:endParaRPr lang="en-US"/>
        </a:p>
      </dgm:t>
    </dgm:pt>
    <dgm:pt modelId="{E20EE780-0A3F-42AB-B277-A3CEDB2779C3}">
      <dgm:prSet/>
      <dgm:spPr/>
      <dgm:t>
        <a:bodyPr/>
        <a:lstStyle/>
        <a:p>
          <a:r>
            <a:rPr lang="en-US"/>
            <a:t>Database: MySQL</a:t>
          </a:r>
        </a:p>
      </dgm:t>
    </dgm:pt>
    <dgm:pt modelId="{2C3FA191-C332-4E89-9D1E-8432E6046554}" type="parTrans" cxnId="{8550D16D-E464-4985-851E-A98EC3A6B848}">
      <dgm:prSet/>
      <dgm:spPr/>
      <dgm:t>
        <a:bodyPr/>
        <a:lstStyle/>
        <a:p>
          <a:endParaRPr lang="en-US"/>
        </a:p>
      </dgm:t>
    </dgm:pt>
    <dgm:pt modelId="{B2FFA456-F232-4D15-B198-675342A9777C}" type="sibTrans" cxnId="{8550D16D-E464-4985-851E-A98EC3A6B848}">
      <dgm:prSet/>
      <dgm:spPr/>
      <dgm:t>
        <a:bodyPr/>
        <a:lstStyle/>
        <a:p>
          <a:endParaRPr lang="en-US"/>
        </a:p>
      </dgm:t>
    </dgm:pt>
    <dgm:pt modelId="{A6A0AE27-6ED7-4BAA-B628-66436A83251F}">
      <dgm:prSet/>
      <dgm:spPr/>
      <dgm:t>
        <a:bodyPr/>
        <a:lstStyle/>
        <a:p>
          <a:r>
            <a:rPr lang="en-US" dirty="0"/>
            <a:t>Frontend: HTML, CSS, XML, jQuery, </a:t>
          </a:r>
          <a:r>
            <a:rPr lang="en-US" dirty="0" err="1"/>
            <a:t>Javascript</a:t>
          </a:r>
          <a:endParaRPr lang="en-US" dirty="0"/>
        </a:p>
      </dgm:t>
    </dgm:pt>
    <dgm:pt modelId="{03192C11-C5B1-4C91-86A2-77900C02FCCA}" type="parTrans" cxnId="{9ED69FF5-C6F5-4CEF-9839-6FEE20013FBC}">
      <dgm:prSet/>
      <dgm:spPr/>
      <dgm:t>
        <a:bodyPr/>
        <a:lstStyle/>
        <a:p>
          <a:endParaRPr lang="en-US"/>
        </a:p>
      </dgm:t>
    </dgm:pt>
    <dgm:pt modelId="{D62D8752-4F5C-4054-9116-291032286B31}" type="sibTrans" cxnId="{9ED69FF5-C6F5-4CEF-9839-6FEE20013FBC}">
      <dgm:prSet/>
      <dgm:spPr/>
      <dgm:t>
        <a:bodyPr/>
        <a:lstStyle/>
        <a:p>
          <a:endParaRPr lang="en-US"/>
        </a:p>
      </dgm:t>
    </dgm:pt>
    <dgm:pt modelId="{2F4750E1-EB94-4372-A98D-B68CDF15AAC5}">
      <dgm:prSet/>
      <dgm:spPr/>
      <dgm:t>
        <a:bodyPr/>
        <a:lstStyle/>
        <a:p>
          <a:r>
            <a:rPr lang="en-US"/>
            <a:t>Other technologies: JDBC</a:t>
          </a:r>
        </a:p>
      </dgm:t>
    </dgm:pt>
    <dgm:pt modelId="{479B502E-B1CA-43DF-8327-92DD78A20C99}" type="parTrans" cxnId="{615DBAF0-5E0E-4F65-9FDF-DEE1D9D4F20D}">
      <dgm:prSet/>
      <dgm:spPr/>
      <dgm:t>
        <a:bodyPr/>
        <a:lstStyle/>
        <a:p>
          <a:endParaRPr lang="en-US"/>
        </a:p>
      </dgm:t>
    </dgm:pt>
    <dgm:pt modelId="{D93F4477-E8EB-47BA-A764-4BF96BB55427}" type="sibTrans" cxnId="{615DBAF0-5E0E-4F65-9FDF-DEE1D9D4F20D}">
      <dgm:prSet/>
      <dgm:spPr/>
      <dgm:t>
        <a:bodyPr/>
        <a:lstStyle/>
        <a:p>
          <a:endParaRPr lang="en-US"/>
        </a:p>
      </dgm:t>
    </dgm:pt>
    <dgm:pt modelId="{4D49FC4C-4701-4E5F-A8FF-AC6CA9B6DB38}" type="pres">
      <dgm:prSet presAssocID="{7EACF065-18C0-476C-B713-1B5BB5B0C762}" presName="vert0" presStyleCnt="0">
        <dgm:presLayoutVars>
          <dgm:dir/>
          <dgm:animOne val="branch"/>
          <dgm:animLvl val="lvl"/>
        </dgm:presLayoutVars>
      </dgm:prSet>
      <dgm:spPr/>
    </dgm:pt>
    <dgm:pt modelId="{6AA078B8-94D3-419B-B759-B8CFDB2411A4}" type="pres">
      <dgm:prSet presAssocID="{F9E64DAB-30E5-47D4-9124-D10BFFE0EEE4}" presName="thickLine" presStyleLbl="alignNode1" presStyleIdx="0" presStyleCnt="4"/>
      <dgm:spPr/>
    </dgm:pt>
    <dgm:pt modelId="{191EA75B-45D3-4BBD-867C-4713DBED56B8}" type="pres">
      <dgm:prSet presAssocID="{F9E64DAB-30E5-47D4-9124-D10BFFE0EEE4}" presName="horz1" presStyleCnt="0"/>
      <dgm:spPr/>
    </dgm:pt>
    <dgm:pt modelId="{E4019F94-C1B1-42E1-84F5-14DCD06F1AC0}" type="pres">
      <dgm:prSet presAssocID="{F9E64DAB-30E5-47D4-9124-D10BFFE0EEE4}" presName="tx1" presStyleLbl="revTx" presStyleIdx="0" presStyleCnt="4"/>
      <dgm:spPr/>
    </dgm:pt>
    <dgm:pt modelId="{74A64D24-4EE7-4488-A15F-81E1BAB31EF8}" type="pres">
      <dgm:prSet presAssocID="{F9E64DAB-30E5-47D4-9124-D10BFFE0EEE4}" presName="vert1" presStyleCnt="0"/>
      <dgm:spPr/>
    </dgm:pt>
    <dgm:pt modelId="{71946F65-81D2-448F-8E65-19DFAFD42CEB}" type="pres">
      <dgm:prSet presAssocID="{E20EE780-0A3F-42AB-B277-A3CEDB2779C3}" presName="thickLine" presStyleLbl="alignNode1" presStyleIdx="1" presStyleCnt="4"/>
      <dgm:spPr/>
    </dgm:pt>
    <dgm:pt modelId="{7CE6402E-C41C-4B33-AF94-8E9FFF3983FF}" type="pres">
      <dgm:prSet presAssocID="{E20EE780-0A3F-42AB-B277-A3CEDB2779C3}" presName="horz1" presStyleCnt="0"/>
      <dgm:spPr/>
    </dgm:pt>
    <dgm:pt modelId="{3CEEFFD5-790C-47D4-9B2B-1372F9BCE0C8}" type="pres">
      <dgm:prSet presAssocID="{E20EE780-0A3F-42AB-B277-A3CEDB2779C3}" presName="tx1" presStyleLbl="revTx" presStyleIdx="1" presStyleCnt="4"/>
      <dgm:spPr/>
    </dgm:pt>
    <dgm:pt modelId="{B6608225-3D39-4137-A4B3-7383DCF21935}" type="pres">
      <dgm:prSet presAssocID="{E20EE780-0A3F-42AB-B277-A3CEDB2779C3}" presName="vert1" presStyleCnt="0"/>
      <dgm:spPr/>
    </dgm:pt>
    <dgm:pt modelId="{05121C21-9443-4663-AF8D-1AFE59730ABC}" type="pres">
      <dgm:prSet presAssocID="{A6A0AE27-6ED7-4BAA-B628-66436A83251F}" presName="thickLine" presStyleLbl="alignNode1" presStyleIdx="2" presStyleCnt="4"/>
      <dgm:spPr/>
    </dgm:pt>
    <dgm:pt modelId="{B088D1FD-BDE6-48C8-9EDF-95BA46CDBA03}" type="pres">
      <dgm:prSet presAssocID="{A6A0AE27-6ED7-4BAA-B628-66436A83251F}" presName="horz1" presStyleCnt="0"/>
      <dgm:spPr/>
    </dgm:pt>
    <dgm:pt modelId="{48ED0300-F8D1-464B-A142-4FA7A067EFAA}" type="pres">
      <dgm:prSet presAssocID="{A6A0AE27-6ED7-4BAA-B628-66436A83251F}" presName="tx1" presStyleLbl="revTx" presStyleIdx="2" presStyleCnt="4"/>
      <dgm:spPr/>
    </dgm:pt>
    <dgm:pt modelId="{F810AA2A-8CD1-4256-8444-CC44B3F18DF8}" type="pres">
      <dgm:prSet presAssocID="{A6A0AE27-6ED7-4BAA-B628-66436A83251F}" presName="vert1" presStyleCnt="0"/>
      <dgm:spPr/>
    </dgm:pt>
    <dgm:pt modelId="{0189C4D7-9E83-46EE-AF3F-4C864F7F534C}" type="pres">
      <dgm:prSet presAssocID="{2F4750E1-EB94-4372-A98D-B68CDF15AAC5}" presName="thickLine" presStyleLbl="alignNode1" presStyleIdx="3" presStyleCnt="4"/>
      <dgm:spPr/>
    </dgm:pt>
    <dgm:pt modelId="{87A55C3D-F919-4E7F-B1A7-F67C69F72218}" type="pres">
      <dgm:prSet presAssocID="{2F4750E1-EB94-4372-A98D-B68CDF15AAC5}" presName="horz1" presStyleCnt="0"/>
      <dgm:spPr/>
    </dgm:pt>
    <dgm:pt modelId="{A0809815-E664-48F0-9545-8B9BB51B446C}" type="pres">
      <dgm:prSet presAssocID="{2F4750E1-EB94-4372-A98D-B68CDF15AAC5}" presName="tx1" presStyleLbl="revTx" presStyleIdx="3" presStyleCnt="4"/>
      <dgm:spPr/>
    </dgm:pt>
    <dgm:pt modelId="{6746F9FA-5F02-4BE0-BA44-9131A0F7BFAB}" type="pres">
      <dgm:prSet presAssocID="{2F4750E1-EB94-4372-A98D-B68CDF15AAC5}" presName="vert1" presStyleCnt="0"/>
      <dgm:spPr/>
    </dgm:pt>
  </dgm:ptLst>
  <dgm:cxnLst>
    <dgm:cxn modelId="{66039713-366C-48C1-AF9E-F5D93BE23E24}" type="presOf" srcId="{F9E64DAB-30E5-47D4-9124-D10BFFE0EEE4}" destId="{E4019F94-C1B1-42E1-84F5-14DCD06F1AC0}" srcOrd="0" destOrd="0" presId="urn:microsoft.com/office/officeart/2008/layout/LinedList"/>
    <dgm:cxn modelId="{17D17B31-F468-49D6-B025-8EF63D4DC79D}" srcId="{7EACF065-18C0-476C-B713-1B5BB5B0C762}" destId="{F9E64DAB-30E5-47D4-9124-D10BFFE0EEE4}" srcOrd="0" destOrd="0" parTransId="{8804A9C2-4941-4A63-B5F3-55CDD6559C1E}" sibTransId="{863248A5-0A86-47F2-8462-D925BEAF8D2A}"/>
    <dgm:cxn modelId="{5740DA4C-FEFE-49CE-B3B6-EE681E8F724E}" type="presOf" srcId="{E20EE780-0A3F-42AB-B277-A3CEDB2779C3}" destId="{3CEEFFD5-790C-47D4-9B2B-1372F9BCE0C8}" srcOrd="0" destOrd="0" presId="urn:microsoft.com/office/officeart/2008/layout/LinedList"/>
    <dgm:cxn modelId="{8550D16D-E464-4985-851E-A98EC3A6B848}" srcId="{7EACF065-18C0-476C-B713-1B5BB5B0C762}" destId="{E20EE780-0A3F-42AB-B277-A3CEDB2779C3}" srcOrd="1" destOrd="0" parTransId="{2C3FA191-C332-4E89-9D1E-8432E6046554}" sibTransId="{B2FFA456-F232-4D15-B198-675342A9777C}"/>
    <dgm:cxn modelId="{77ADA793-0C94-43B7-97AE-12F28B08C778}" type="presOf" srcId="{7EACF065-18C0-476C-B713-1B5BB5B0C762}" destId="{4D49FC4C-4701-4E5F-A8FF-AC6CA9B6DB38}" srcOrd="0" destOrd="0" presId="urn:microsoft.com/office/officeart/2008/layout/LinedList"/>
    <dgm:cxn modelId="{210225A8-5DE2-44C4-8CB1-46199C92D6AA}" type="presOf" srcId="{2F4750E1-EB94-4372-A98D-B68CDF15AAC5}" destId="{A0809815-E664-48F0-9545-8B9BB51B446C}" srcOrd="0" destOrd="0" presId="urn:microsoft.com/office/officeart/2008/layout/LinedList"/>
    <dgm:cxn modelId="{615DBAF0-5E0E-4F65-9FDF-DEE1D9D4F20D}" srcId="{7EACF065-18C0-476C-B713-1B5BB5B0C762}" destId="{2F4750E1-EB94-4372-A98D-B68CDF15AAC5}" srcOrd="3" destOrd="0" parTransId="{479B502E-B1CA-43DF-8327-92DD78A20C99}" sibTransId="{D93F4477-E8EB-47BA-A764-4BF96BB55427}"/>
    <dgm:cxn modelId="{9ED69FF5-C6F5-4CEF-9839-6FEE20013FBC}" srcId="{7EACF065-18C0-476C-B713-1B5BB5B0C762}" destId="{A6A0AE27-6ED7-4BAA-B628-66436A83251F}" srcOrd="2" destOrd="0" parTransId="{03192C11-C5B1-4C91-86A2-77900C02FCCA}" sibTransId="{D62D8752-4F5C-4054-9116-291032286B31}"/>
    <dgm:cxn modelId="{E2A483F6-8BC3-413C-8C4E-239A3E0FA197}" type="presOf" srcId="{A6A0AE27-6ED7-4BAA-B628-66436A83251F}" destId="{48ED0300-F8D1-464B-A142-4FA7A067EFAA}" srcOrd="0" destOrd="0" presId="urn:microsoft.com/office/officeart/2008/layout/LinedList"/>
    <dgm:cxn modelId="{8B99A73B-F2F5-4CB5-91CB-27CF0C474A1A}" type="presParOf" srcId="{4D49FC4C-4701-4E5F-A8FF-AC6CA9B6DB38}" destId="{6AA078B8-94D3-419B-B759-B8CFDB2411A4}" srcOrd="0" destOrd="0" presId="urn:microsoft.com/office/officeart/2008/layout/LinedList"/>
    <dgm:cxn modelId="{FBF996C0-36CB-4EFA-99FD-0B77D5FD78FA}" type="presParOf" srcId="{4D49FC4C-4701-4E5F-A8FF-AC6CA9B6DB38}" destId="{191EA75B-45D3-4BBD-867C-4713DBED56B8}" srcOrd="1" destOrd="0" presId="urn:microsoft.com/office/officeart/2008/layout/LinedList"/>
    <dgm:cxn modelId="{5D2F63C5-A7CE-465B-9EC2-1F0EE2B1825D}" type="presParOf" srcId="{191EA75B-45D3-4BBD-867C-4713DBED56B8}" destId="{E4019F94-C1B1-42E1-84F5-14DCD06F1AC0}" srcOrd="0" destOrd="0" presId="urn:microsoft.com/office/officeart/2008/layout/LinedList"/>
    <dgm:cxn modelId="{0AC1EAC9-9FC6-47D2-951F-995326776141}" type="presParOf" srcId="{191EA75B-45D3-4BBD-867C-4713DBED56B8}" destId="{74A64D24-4EE7-4488-A15F-81E1BAB31EF8}" srcOrd="1" destOrd="0" presId="urn:microsoft.com/office/officeart/2008/layout/LinedList"/>
    <dgm:cxn modelId="{5E23DF5C-8966-4B17-8DCA-F49CC3504C1F}" type="presParOf" srcId="{4D49FC4C-4701-4E5F-A8FF-AC6CA9B6DB38}" destId="{71946F65-81D2-448F-8E65-19DFAFD42CEB}" srcOrd="2" destOrd="0" presId="urn:microsoft.com/office/officeart/2008/layout/LinedList"/>
    <dgm:cxn modelId="{D5D89C6F-8450-4E32-B717-2E96EFA3392B}" type="presParOf" srcId="{4D49FC4C-4701-4E5F-A8FF-AC6CA9B6DB38}" destId="{7CE6402E-C41C-4B33-AF94-8E9FFF3983FF}" srcOrd="3" destOrd="0" presId="urn:microsoft.com/office/officeart/2008/layout/LinedList"/>
    <dgm:cxn modelId="{C48865AC-B2AD-4875-834A-C6CC3C972AA1}" type="presParOf" srcId="{7CE6402E-C41C-4B33-AF94-8E9FFF3983FF}" destId="{3CEEFFD5-790C-47D4-9B2B-1372F9BCE0C8}" srcOrd="0" destOrd="0" presId="urn:microsoft.com/office/officeart/2008/layout/LinedList"/>
    <dgm:cxn modelId="{6581EB29-45CF-42D3-8FE6-D39206F331D5}" type="presParOf" srcId="{7CE6402E-C41C-4B33-AF94-8E9FFF3983FF}" destId="{B6608225-3D39-4137-A4B3-7383DCF21935}" srcOrd="1" destOrd="0" presId="urn:microsoft.com/office/officeart/2008/layout/LinedList"/>
    <dgm:cxn modelId="{0BE79B47-4F45-47E3-9250-A6930F40309F}" type="presParOf" srcId="{4D49FC4C-4701-4E5F-A8FF-AC6CA9B6DB38}" destId="{05121C21-9443-4663-AF8D-1AFE59730ABC}" srcOrd="4" destOrd="0" presId="urn:microsoft.com/office/officeart/2008/layout/LinedList"/>
    <dgm:cxn modelId="{97B48782-AFBE-4E0C-8271-19A479D5CC70}" type="presParOf" srcId="{4D49FC4C-4701-4E5F-A8FF-AC6CA9B6DB38}" destId="{B088D1FD-BDE6-48C8-9EDF-95BA46CDBA03}" srcOrd="5" destOrd="0" presId="urn:microsoft.com/office/officeart/2008/layout/LinedList"/>
    <dgm:cxn modelId="{61520461-A423-4189-8C18-F09B2D8C8654}" type="presParOf" srcId="{B088D1FD-BDE6-48C8-9EDF-95BA46CDBA03}" destId="{48ED0300-F8D1-464B-A142-4FA7A067EFAA}" srcOrd="0" destOrd="0" presId="urn:microsoft.com/office/officeart/2008/layout/LinedList"/>
    <dgm:cxn modelId="{F3005F84-B64D-4F47-AF4C-F2A167C5278F}" type="presParOf" srcId="{B088D1FD-BDE6-48C8-9EDF-95BA46CDBA03}" destId="{F810AA2A-8CD1-4256-8444-CC44B3F18DF8}" srcOrd="1" destOrd="0" presId="urn:microsoft.com/office/officeart/2008/layout/LinedList"/>
    <dgm:cxn modelId="{B4EF7C48-866F-4DD5-AB1E-786AFB8EDD39}" type="presParOf" srcId="{4D49FC4C-4701-4E5F-A8FF-AC6CA9B6DB38}" destId="{0189C4D7-9E83-46EE-AF3F-4C864F7F534C}" srcOrd="6" destOrd="0" presId="urn:microsoft.com/office/officeart/2008/layout/LinedList"/>
    <dgm:cxn modelId="{1E79C35A-EA2C-4666-A869-61F12A032B98}" type="presParOf" srcId="{4D49FC4C-4701-4E5F-A8FF-AC6CA9B6DB38}" destId="{87A55C3D-F919-4E7F-B1A7-F67C69F72218}" srcOrd="7" destOrd="0" presId="urn:microsoft.com/office/officeart/2008/layout/LinedList"/>
    <dgm:cxn modelId="{4167B701-7B20-41F9-96CC-E1D6ECB018A9}" type="presParOf" srcId="{87A55C3D-F919-4E7F-B1A7-F67C69F72218}" destId="{A0809815-E664-48F0-9545-8B9BB51B446C}" srcOrd="0" destOrd="0" presId="urn:microsoft.com/office/officeart/2008/layout/LinedList"/>
    <dgm:cxn modelId="{BAB501F7-BAD1-42AF-AAAD-3DBDF48A0AB1}" type="presParOf" srcId="{87A55C3D-F919-4E7F-B1A7-F67C69F72218}" destId="{6746F9FA-5F02-4BE0-BA44-9131A0F7BFAB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BD8EA19-D132-49B8-9860-594D97077F13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7135F5F6-CA73-48A9-8785-40AD1854C763}">
      <dgm:prSet/>
      <dgm:spPr/>
      <dgm:t>
        <a:bodyPr/>
        <a:lstStyle/>
        <a:p>
          <a:r>
            <a:rPr lang="en-US"/>
            <a:t>INITIAL PROJECT PLAN</a:t>
          </a:r>
        </a:p>
      </dgm:t>
    </dgm:pt>
    <dgm:pt modelId="{BCE43043-D7B4-4BFD-9507-0EA39A4D4B2F}" type="parTrans" cxnId="{2078ACAA-57A4-45F1-AF2B-BDFB7F47DD03}">
      <dgm:prSet/>
      <dgm:spPr/>
      <dgm:t>
        <a:bodyPr/>
        <a:lstStyle/>
        <a:p>
          <a:endParaRPr lang="en-US"/>
        </a:p>
      </dgm:t>
    </dgm:pt>
    <dgm:pt modelId="{7ADC3D24-9FF1-4D96-8935-3453675932B2}" type="sibTrans" cxnId="{2078ACAA-57A4-45F1-AF2B-BDFB7F47DD03}">
      <dgm:prSet/>
      <dgm:spPr/>
      <dgm:t>
        <a:bodyPr/>
        <a:lstStyle/>
        <a:p>
          <a:endParaRPr lang="en-US"/>
        </a:p>
      </dgm:t>
    </dgm:pt>
    <dgm:pt modelId="{CC20440F-35ED-4952-9C5B-CFB6E58BA714}">
      <dgm:prSet/>
      <dgm:spPr/>
      <dgm:t>
        <a:bodyPr/>
        <a:lstStyle/>
        <a:p>
          <a:r>
            <a:rPr lang="en-US"/>
            <a:t>Phase 1: Design completion: Creating the skeleton</a:t>
          </a:r>
        </a:p>
      </dgm:t>
    </dgm:pt>
    <dgm:pt modelId="{860C6621-A3D7-4966-82DF-B9B1B54BDCCD}" type="parTrans" cxnId="{F8BA3D3C-53D2-4C7F-8844-7322EF5D245A}">
      <dgm:prSet/>
      <dgm:spPr/>
      <dgm:t>
        <a:bodyPr/>
        <a:lstStyle/>
        <a:p>
          <a:endParaRPr lang="en-US"/>
        </a:p>
      </dgm:t>
    </dgm:pt>
    <dgm:pt modelId="{9909D4D7-399A-4CC7-8E14-271EE7653E37}" type="sibTrans" cxnId="{F8BA3D3C-53D2-4C7F-8844-7322EF5D245A}">
      <dgm:prSet/>
      <dgm:spPr/>
      <dgm:t>
        <a:bodyPr/>
        <a:lstStyle/>
        <a:p>
          <a:endParaRPr lang="en-US"/>
        </a:p>
      </dgm:t>
    </dgm:pt>
    <dgm:pt modelId="{99BFDD90-1414-4DED-8D12-980B5804B289}">
      <dgm:prSet/>
      <dgm:spPr/>
      <dgm:t>
        <a:bodyPr/>
        <a:lstStyle/>
        <a:p>
          <a:r>
            <a:rPr lang="en-US"/>
            <a:t>Phase 2: Backend setup: MySQL database and tables with schemas</a:t>
          </a:r>
        </a:p>
      </dgm:t>
    </dgm:pt>
    <dgm:pt modelId="{EBB7ADC2-BF4E-424C-A9AC-6B309B97E743}" type="parTrans" cxnId="{BDF44A9B-3A4B-46C0-816C-CFAC4F755476}">
      <dgm:prSet/>
      <dgm:spPr/>
      <dgm:t>
        <a:bodyPr/>
        <a:lstStyle/>
        <a:p>
          <a:endParaRPr lang="en-US"/>
        </a:p>
      </dgm:t>
    </dgm:pt>
    <dgm:pt modelId="{C694FCEC-1D71-49E4-AD17-C845F3EC282E}" type="sibTrans" cxnId="{BDF44A9B-3A4B-46C0-816C-CFAC4F755476}">
      <dgm:prSet/>
      <dgm:spPr/>
      <dgm:t>
        <a:bodyPr/>
        <a:lstStyle/>
        <a:p>
          <a:endParaRPr lang="en-US"/>
        </a:p>
      </dgm:t>
    </dgm:pt>
    <dgm:pt modelId="{04A0B329-18E5-4819-8365-A707A3358347}">
      <dgm:prSet/>
      <dgm:spPr/>
      <dgm:t>
        <a:bodyPr/>
        <a:lstStyle/>
        <a:p>
          <a:r>
            <a:rPr lang="en-US"/>
            <a:t>Phase 3: Connection between design and backend code with database</a:t>
          </a:r>
        </a:p>
      </dgm:t>
    </dgm:pt>
    <dgm:pt modelId="{D052D33B-ACEE-44F2-BB94-AF8E7DA3D5C0}" type="parTrans" cxnId="{71BA5989-1B70-49FA-81F5-D9C7C370CBF7}">
      <dgm:prSet/>
      <dgm:spPr/>
      <dgm:t>
        <a:bodyPr/>
        <a:lstStyle/>
        <a:p>
          <a:endParaRPr lang="en-US"/>
        </a:p>
      </dgm:t>
    </dgm:pt>
    <dgm:pt modelId="{8630BBF5-E063-421F-BC3C-70B99BC046F6}" type="sibTrans" cxnId="{71BA5989-1B70-49FA-81F5-D9C7C370CBF7}">
      <dgm:prSet/>
      <dgm:spPr/>
      <dgm:t>
        <a:bodyPr/>
        <a:lstStyle/>
        <a:p>
          <a:endParaRPr lang="en-US"/>
        </a:p>
      </dgm:t>
    </dgm:pt>
    <dgm:pt modelId="{A104B004-0A94-48C2-8784-B40CE0D284F8}">
      <dgm:prSet/>
      <dgm:spPr/>
      <dgm:t>
        <a:bodyPr/>
        <a:lstStyle/>
        <a:p>
          <a:r>
            <a:rPr lang="en-US"/>
            <a:t>Phase 4: Improving the user interface and testing</a:t>
          </a:r>
        </a:p>
      </dgm:t>
    </dgm:pt>
    <dgm:pt modelId="{16054FE3-603E-46C2-BAD4-8355721DB59F}" type="parTrans" cxnId="{5BBAA44E-10E6-46B6-8E86-69B2C7254B73}">
      <dgm:prSet/>
      <dgm:spPr/>
      <dgm:t>
        <a:bodyPr/>
        <a:lstStyle/>
        <a:p>
          <a:endParaRPr lang="en-US"/>
        </a:p>
      </dgm:t>
    </dgm:pt>
    <dgm:pt modelId="{1BDD8964-2BD9-4F72-BFDB-A78625196153}" type="sibTrans" cxnId="{5BBAA44E-10E6-46B6-8E86-69B2C7254B73}">
      <dgm:prSet/>
      <dgm:spPr/>
      <dgm:t>
        <a:bodyPr/>
        <a:lstStyle/>
        <a:p>
          <a:endParaRPr lang="en-US"/>
        </a:p>
      </dgm:t>
    </dgm:pt>
    <dgm:pt modelId="{ACE1A495-A769-4EB0-A400-D5F2D050D792}" type="pres">
      <dgm:prSet presAssocID="{9BD8EA19-D132-49B8-9860-594D97077F13}" presName="vert0" presStyleCnt="0">
        <dgm:presLayoutVars>
          <dgm:dir/>
          <dgm:animOne val="branch"/>
          <dgm:animLvl val="lvl"/>
        </dgm:presLayoutVars>
      </dgm:prSet>
      <dgm:spPr/>
    </dgm:pt>
    <dgm:pt modelId="{D4B550D2-35F4-4E2D-89AD-A75340ABA35E}" type="pres">
      <dgm:prSet presAssocID="{7135F5F6-CA73-48A9-8785-40AD1854C763}" presName="thickLine" presStyleLbl="alignNode1" presStyleIdx="0" presStyleCnt="5"/>
      <dgm:spPr/>
    </dgm:pt>
    <dgm:pt modelId="{E5899719-8D0D-490E-8252-F7A05DF5A2BE}" type="pres">
      <dgm:prSet presAssocID="{7135F5F6-CA73-48A9-8785-40AD1854C763}" presName="horz1" presStyleCnt="0"/>
      <dgm:spPr/>
    </dgm:pt>
    <dgm:pt modelId="{4BCAF311-88D0-4CB2-8106-64F8EF33BFFA}" type="pres">
      <dgm:prSet presAssocID="{7135F5F6-CA73-48A9-8785-40AD1854C763}" presName="tx1" presStyleLbl="revTx" presStyleIdx="0" presStyleCnt="5"/>
      <dgm:spPr/>
    </dgm:pt>
    <dgm:pt modelId="{858C74AD-82F1-419D-87DD-7FA77AFC5EAE}" type="pres">
      <dgm:prSet presAssocID="{7135F5F6-CA73-48A9-8785-40AD1854C763}" presName="vert1" presStyleCnt="0"/>
      <dgm:spPr/>
    </dgm:pt>
    <dgm:pt modelId="{B6475697-3F60-458D-829F-1AFCC4612D6A}" type="pres">
      <dgm:prSet presAssocID="{CC20440F-35ED-4952-9C5B-CFB6E58BA714}" presName="thickLine" presStyleLbl="alignNode1" presStyleIdx="1" presStyleCnt="5"/>
      <dgm:spPr/>
    </dgm:pt>
    <dgm:pt modelId="{25CC0F25-5BEA-4DDA-A57F-96B06BCBDABD}" type="pres">
      <dgm:prSet presAssocID="{CC20440F-35ED-4952-9C5B-CFB6E58BA714}" presName="horz1" presStyleCnt="0"/>
      <dgm:spPr/>
    </dgm:pt>
    <dgm:pt modelId="{7F6F73A9-924C-4B80-9E35-7EA14C8BC57F}" type="pres">
      <dgm:prSet presAssocID="{CC20440F-35ED-4952-9C5B-CFB6E58BA714}" presName="tx1" presStyleLbl="revTx" presStyleIdx="1" presStyleCnt="5"/>
      <dgm:spPr/>
    </dgm:pt>
    <dgm:pt modelId="{1DDF9021-4C1D-4F65-9B69-CCC988509732}" type="pres">
      <dgm:prSet presAssocID="{CC20440F-35ED-4952-9C5B-CFB6E58BA714}" presName="vert1" presStyleCnt="0"/>
      <dgm:spPr/>
    </dgm:pt>
    <dgm:pt modelId="{73AED08E-DDC7-4074-A355-56993E00EB19}" type="pres">
      <dgm:prSet presAssocID="{99BFDD90-1414-4DED-8D12-980B5804B289}" presName="thickLine" presStyleLbl="alignNode1" presStyleIdx="2" presStyleCnt="5"/>
      <dgm:spPr/>
    </dgm:pt>
    <dgm:pt modelId="{4AB37AC0-EF05-4F20-BC10-B56BF4099283}" type="pres">
      <dgm:prSet presAssocID="{99BFDD90-1414-4DED-8D12-980B5804B289}" presName="horz1" presStyleCnt="0"/>
      <dgm:spPr/>
    </dgm:pt>
    <dgm:pt modelId="{0A60FA37-EC07-4BD2-8232-9FB1BCD4B753}" type="pres">
      <dgm:prSet presAssocID="{99BFDD90-1414-4DED-8D12-980B5804B289}" presName="tx1" presStyleLbl="revTx" presStyleIdx="2" presStyleCnt="5"/>
      <dgm:spPr/>
    </dgm:pt>
    <dgm:pt modelId="{69F0DC0C-F341-441B-A99D-C88BA6BF0B62}" type="pres">
      <dgm:prSet presAssocID="{99BFDD90-1414-4DED-8D12-980B5804B289}" presName="vert1" presStyleCnt="0"/>
      <dgm:spPr/>
    </dgm:pt>
    <dgm:pt modelId="{8F598B8F-E67E-460C-98B2-7A994F52C13F}" type="pres">
      <dgm:prSet presAssocID="{04A0B329-18E5-4819-8365-A707A3358347}" presName="thickLine" presStyleLbl="alignNode1" presStyleIdx="3" presStyleCnt="5"/>
      <dgm:spPr/>
    </dgm:pt>
    <dgm:pt modelId="{66AB9ABA-C19C-4E48-AA5A-F6A1198ADD49}" type="pres">
      <dgm:prSet presAssocID="{04A0B329-18E5-4819-8365-A707A3358347}" presName="horz1" presStyleCnt="0"/>
      <dgm:spPr/>
    </dgm:pt>
    <dgm:pt modelId="{1B664A7A-B87E-4CEA-8A05-AD63FF4BB482}" type="pres">
      <dgm:prSet presAssocID="{04A0B329-18E5-4819-8365-A707A3358347}" presName="tx1" presStyleLbl="revTx" presStyleIdx="3" presStyleCnt="5"/>
      <dgm:spPr/>
    </dgm:pt>
    <dgm:pt modelId="{D84C6FD4-F5B5-4629-B6E7-FBDEF7EC40C8}" type="pres">
      <dgm:prSet presAssocID="{04A0B329-18E5-4819-8365-A707A3358347}" presName="vert1" presStyleCnt="0"/>
      <dgm:spPr/>
    </dgm:pt>
    <dgm:pt modelId="{AEC2EC76-CEBB-4767-B76D-186786E47F3A}" type="pres">
      <dgm:prSet presAssocID="{A104B004-0A94-48C2-8784-B40CE0D284F8}" presName="thickLine" presStyleLbl="alignNode1" presStyleIdx="4" presStyleCnt="5"/>
      <dgm:spPr/>
    </dgm:pt>
    <dgm:pt modelId="{88B200A6-7243-4666-BA61-D153A786AC96}" type="pres">
      <dgm:prSet presAssocID="{A104B004-0A94-48C2-8784-B40CE0D284F8}" presName="horz1" presStyleCnt="0"/>
      <dgm:spPr/>
    </dgm:pt>
    <dgm:pt modelId="{EC7AA7B3-822C-4234-A96C-7647A0213B2F}" type="pres">
      <dgm:prSet presAssocID="{A104B004-0A94-48C2-8784-B40CE0D284F8}" presName="tx1" presStyleLbl="revTx" presStyleIdx="4" presStyleCnt="5"/>
      <dgm:spPr/>
    </dgm:pt>
    <dgm:pt modelId="{F894992A-BB1E-49B3-AF87-5F1B1B07C879}" type="pres">
      <dgm:prSet presAssocID="{A104B004-0A94-48C2-8784-B40CE0D284F8}" presName="vert1" presStyleCnt="0"/>
      <dgm:spPr/>
    </dgm:pt>
  </dgm:ptLst>
  <dgm:cxnLst>
    <dgm:cxn modelId="{DF3E6B19-2310-4AAB-87CC-2345E3AD9EC5}" type="presOf" srcId="{7135F5F6-CA73-48A9-8785-40AD1854C763}" destId="{4BCAF311-88D0-4CB2-8106-64F8EF33BFFA}" srcOrd="0" destOrd="0" presId="urn:microsoft.com/office/officeart/2008/layout/LinedList"/>
    <dgm:cxn modelId="{9ABF2E2A-4C59-42B9-AA1D-78FD8FDDC0AE}" type="presOf" srcId="{9BD8EA19-D132-49B8-9860-594D97077F13}" destId="{ACE1A495-A769-4EB0-A400-D5F2D050D792}" srcOrd="0" destOrd="0" presId="urn:microsoft.com/office/officeart/2008/layout/LinedList"/>
    <dgm:cxn modelId="{104AF12E-42B2-4EC8-9B7D-816F63B4DE08}" type="presOf" srcId="{A104B004-0A94-48C2-8784-B40CE0D284F8}" destId="{EC7AA7B3-822C-4234-A96C-7647A0213B2F}" srcOrd="0" destOrd="0" presId="urn:microsoft.com/office/officeart/2008/layout/LinedList"/>
    <dgm:cxn modelId="{F8BA3D3C-53D2-4C7F-8844-7322EF5D245A}" srcId="{9BD8EA19-D132-49B8-9860-594D97077F13}" destId="{CC20440F-35ED-4952-9C5B-CFB6E58BA714}" srcOrd="1" destOrd="0" parTransId="{860C6621-A3D7-4966-82DF-B9B1B54BDCCD}" sibTransId="{9909D4D7-399A-4CC7-8E14-271EE7653E37}"/>
    <dgm:cxn modelId="{6817DE4D-038F-4CAD-AB3C-EF88E9AEFE85}" type="presOf" srcId="{CC20440F-35ED-4952-9C5B-CFB6E58BA714}" destId="{7F6F73A9-924C-4B80-9E35-7EA14C8BC57F}" srcOrd="0" destOrd="0" presId="urn:microsoft.com/office/officeart/2008/layout/LinedList"/>
    <dgm:cxn modelId="{5BBAA44E-10E6-46B6-8E86-69B2C7254B73}" srcId="{9BD8EA19-D132-49B8-9860-594D97077F13}" destId="{A104B004-0A94-48C2-8784-B40CE0D284F8}" srcOrd="4" destOrd="0" parTransId="{16054FE3-603E-46C2-BAD4-8355721DB59F}" sibTransId="{1BDD8964-2BD9-4F72-BFDB-A78625196153}"/>
    <dgm:cxn modelId="{5CBE7675-40DF-4591-B00C-B7FBB41C087B}" type="presOf" srcId="{99BFDD90-1414-4DED-8D12-980B5804B289}" destId="{0A60FA37-EC07-4BD2-8232-9FB1BCD4B753}" srcOrd="0" destOrd="0" presId="urn:microsoft.com/office/officeart/2008/layout/LinedList"/>
    <dgm:cxn modelId="{71BA5989-1B70-49FA-81F5-D9C7C370CBF7}" srcId="{9BD8EA19-D132-49B8-9860-594D97077F13}" destId="{04A0B329-18E5-4819-8365-A707A3358347}" srcOrd="3" destOrd="0" parTransId="{D052D33B-ACEE-44F2-BB94-AF8E7DA3D5C0}" sibTransId="{8630BBF5-E063-421F-BC3C-70B99BC046F6}"/>
    <dgm:cxn modelId="{BB1BBB93-EE67-432D-BA7C-FA605023AF10}" type="presOf" srcId="{04A0B329-18E5-4819-8365-A707A3358347}" destId="{1B664A7A-B87E-4CEA-8A05-AD63FF4BB482}" srcOrd="0" destOrd="0" presId="urn:microsoft.com/office/officeart/2008/layout/LinedList"/>
    <dgm:cxn modelId="{BDF44A9B-3A4B-46C0-816C-CFAC4F755476}" srcId="{9BD8EA19-D132-49B8-9860-594D97077F13}" destId="{99BFDD90-1414-4DED-8D12-980B5804B289}" srcOrd="2" destOrd="0" parTransId="{EBB7ADC2-BF4E-424C-A9AC-6B309B97E743}" sibTransId="{C694FCEC-1D71-49E4-AD17-C845F3EC282E}"/>
    <dgm:cxn modelId="{2078ACAA-57A4-45F1-AF2B-BDFB7F47DD03}" srcId="{9BD8EA19-D132-49B8-9860-594D97077F13}" destId="{7135F5F6-CA73-48A9-8785-40AD1854C763}" srcOrd="0" destOrd="0" parTransId="{BCE43043-D7B4-4BFD-9507-0EA39A4D4B2F}" sibTransId="{7ADC3D24-9FF1-4D96-8935-3453675932B2}"/>
    <dgm:cxn modelId="{91BD3DD6-9568-408F-B2E2-72094DD42243}" type="presParOf" srcId="{ACE1A495-A769-4EB0-A400-D5F2D050D792}" destId="{D4B550D2-35F4-4E2D-89AD-A75340ABA35E}" srcOrd="0" destOrd="0" presId="urn:microsoft.com/office/officeart/2008/layout/LinedList"/>
    <dgm:cxn modelId="{F93AA35C-589B-4C6B-B9E4-E5971048E14C}" type="presParOf" srcId="{ACE1A495-A769-4EB0-A400-D5F2D050D792}" destId="{E5899719-8D0D-490E-8252-F7A05DF5A2BE}" srcOrd="1" destOrd="0" presId="urn:microsoft.com/office/officeart/2008/layout/LinedList"/>
    <dgm:cxn modelId="{E67A00FE-1A38-465A-9D8F-D0825ED8464C}" type="presParOf" srcId="{E5899719-8D0D-490E-8252-F7A05DF5A2BE}" destId="{4BCAF311-88D0-4CB2-8106-64F8EF33BFFA}" srcOrd="0" destOrd="0" presId="urn:microsoft.com/office/officeart/2008/layout/LinedList"/>
    <dgm:cxn modelId="{46F7EAEF-0CBD-4269-B3F0-6977CD479FFF}" type="presParOf" srcId="{E5899719-8D0D-490E-8252-F7A05DF5A2BE}" destId="{858C74AD-82F1-419D-87DD-7FA77AFC5EAE}" srcOrd="1" destOrd="0" presId="urn:microsoft.com/office/officeart/2008/layout/LinedList"/>
    <dgm:cxn modelId="{FD64A2CC-FD9A-41F6-8AD6-F2D0FC2641E0}" type="presParOf" srcId="{ACE1A495-A769-4EB0-A400-D5F2D050D792}" destId="{B6475697-3F60-458D-829F-1AFCC4612D6A}" srcOrd="2" destOrd="0" presId="urn:microsoft.com/office/officeart/2008/layout/LinedList"/>
    <dgm:cxn modelId="{28DBC0BE-6B34-44AB-A9C3-6E83F1FEFAF0}" type="presParOf" srcId="{ACE1A495-A769-4EB0-A400-D5F2D050D792}" destId="{25CC0F25-5BEA-4DDA-A57F-96B06BCBDABD}" srcOrd="3" destOrd="0" presId="urn:microsoft.com/office/officeart/2008/layout/LinedList"/>
    <dgm:cxn modelId="{57147A5B-65FA-44BF-91DE-0D89E8FC028D}" type="presParOf" srcId="{25CC0F25-5BEA-4DDA-A57F-96B06BCBDABD}" destId="{7F6F73A9-924C-4B80-9E35-7EA14C8BC57F}" srcOrd="0" destOrd="0" presId="urn:microsoft.com/office/officeart/2008/layout/LinedList"/>
    <dgm:cxn modelId="{0D103EB8-763C-4038-8F0B-F9957D5F1CDB}" type="presParOf" srcId="{25CC0F25-5BEA-4DDA-A57F-96B06BCBDABD}" destId="{1DDF9021-4C1D-4F65-9B69-CCC988509732}" srcOrd="1" destOrd="0" presId="urn:microsoft.com/office/officeart/2008/layout/LinedList"/>
    <dgm:cxn modelId="{0FCA623D-9B07-4945-B6C2-52DD0073EC3A}" type="presParOf" srcId="{ACE1A495-A769-4EB0-A400-D5F2D050D792}" destId="{73AED08E-DDC7-4074-A355-56993E00EB19}" srcOrd="4" destOrd="0" presId="urn:microsoft.com/office/officeart/2008/layout/LinedList"/>
    <dgm:cxn modelId="{BC837007-30E4-46B1-A026-AA351DDB67DB}" type="presParOf" srcId="{ACE1A495-A769-4EB0-A400-D5F2D050D792}" destId="{4AB37AC0-EF05-4F20-BC10-B56BF4099283}" srcOrd="5" destOrd="0" presId="urn:microsoft.com/office/officeart/2008/layout/LinedList"/>
    <dgm:cxn modelId="{5C4FF0F9-6616-447F-943F-5A4CE10E7A5A}" type="presParOf" srcId="{4AB37AC0-EF05-4F20-BC10-B56BF4099283}" destId="{0A60FA37-EC07-4BD2-8232-9FB1BCD4B753}" srcOrd="0" destOrd="0" presId="urn:microsoft.com/office/officeart/2008/layout/LinedList"/>
    <dgm:cxn modelId="{D711E1B8-0960-478F-B82E-E68AFCA440DD}" type="presParOf" srcId="{4AB37AC0-EF05-4F20-BC10-B56BF4099283}" destId="{69F0DC0C-F341-441B-A99D-C88BA6BF0B62}" srcOrd="1" destOrd="0" presId="urn:microsoft.com/office/officeart/2008/layout/LinedList"/>
    <dgm:cxn modelId="{FDF6CA52-F18D-4AB4-875E-B5AA9F6ED48C}" type="presParOf" srcId="{ACE1A495-A769-4EB0-A400-D5F2D050D792}" destId="{8F598B8F-E67E-460C-98B2-7A994F52C13F}" srcOrd="6" destOrd="0" presId="urn:microsoft.com/office/officeart/2008/layout/LinedList"/>
    <dgm:cxn modelId="{33C14041-F19D-417E-A46E-FE07F8163DD7}" type="presParOf" srcId="{ACE1A495-A769-4EB0-A400-D5F2D050D792}" destId="{66AB9ABA-C19C-4E48-AA5A-F6A1198ADD49}" srcOrd="7" destOrd="0" presId="urn:microsoft.com/office/officeart/2008/layout/LinedList"/>
    <dgm:cxn modelId="{1420EDD7-B107-42F7-87EC-A6E8D018E53C}" type="presParOf" srcId="{66AB9ABA-C19C-4E48-AA5A-F6A1198ADD49}" destId="{1B664A7A-B87E-4CEA-8A05-AD63FF4BB482}" srcOrd="0" destOrd="0" presId="urn:microsoft.com/office/officeart/2008/layout/LinedList"/>
    <dgm:cxn modelId="{BEB593BF-6F24-4EB8-A151-D3FF5C4FF858}" type="presParOf" srcId="{66AB9ABA-C19C-4E48-AA5A-F6A1198ADD49}" destId="{D84C6FD4-F5B5-4629-B6E7-FBDEF7EC40C8}" srcOrd="1" destOrd="0" presId="urn:microsoft.com/office/officeart/2008/layout/LinedList"/>
    <dgm:cxn modelId="{E63389FE-7AD2-4987-9C5F-D1A6CA79A282}" type="presParOf" srcId="{ACE1A495-A769-4EB0-A400-D5F2D050D792}" destId="{AEC2EC76-CEBB-4767-B76D-186786E47F3A}" srcOrd="8" destOrd="0" presId="urn:microsoft.com/office/officeart/2008/layout/LinedList"/>
    <dgm:cxn modelId="{9F99CC05-A4A2-4A10-9B3E-083D3600703B}" type="presParOf" srcId="{ACE1A495-A769-4EB0-A400-D5F2D050D792}" destId="{88B200A6-7243-4666-BA61-D153A786AC96}" srcOrd="9" destOrd="0" presId="urn:microsoft.com/office/officeart/2008/layout/LinedList"/>
    <dgm:cxn modelId="{1CC87552-A911-493D-B69C-1B9C7E0200A3}" type="presParOf" srcId="{88B200A6-7243-4666-BA61-D153A786AC96}" destId="{EC7AA7B3-822C-4234-A96C-7647A0213B2F}" srcOrd="0" destOrd="0" presId="urn:microsoft.com/office/officeart/2008/layout/LinedList"/>
    <dgm:cxn modelId="{C86EB3E3-76FC-4889-B887-C48D29DDC530}" type="presParOf" srcId="{88B200A6-7243-4666-BA61-D153A786AC96}" destId="{F894992A-BB1E-49B3-AF87-5F1B1B07C879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19E1A65-4EFB-4986-9634-DA1665A2F0B2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31D9FBB2-4E4D-472A-A192-9DBBD822F564}">
      <dgm:prSet/>
      <dgm:spPr/>
      <dgm:t>
        <a:bodyPr/>
        <a:lstStyle/>
        <a:p>
          <a:r>
            <a:rPr lang="en-US"/>
            <a:t>Top 3 risks that were identified:</a:t>
          </a:r>
        </a:p>
      </dgm:t>
    </dgm:pt>
    <dgm:pt modelId="{CDAD7AA6-965C-4564-9FD7-8F696A52521E}" type="parTrans" cxnId="{1447DB68-520F-4E03-92A5-C3A633176050}">
      <dgm:prSet/>
      <dgm:spPr/>
      <dgm:t>
        <a:bodyPr/>
        <a:lstStyle/>
        <a:p>
          <a:endParaRPr lang="en-US"/>
        </a:p>
      </dgm:t>
    </dgm:pt>
    <dgm:pt modelId="{240A6E1A-B162-4E55-9AF1-FA9D0709CD5F}" type="sibTrans" cxnId="{1447DB68-520F-4E03-92A5-C3A633176050}">
      <dgm:prSet/>
      <dgm:spPr/>
      <dgm:t>
        <a:bodyPr/>
        <a:lstStyle/>
        <a:p>
          <a:endParaRPr lang="en-US"/>
        </a:p>
      </dgm:t>
    </dgm:pt>
    <dgm:pt modelId="{EDC1F927-79BE-4536-B33C-B174D33A1CA0}">
      <dgm:prSet/>
      <dgm:spPr/>
      <dgm:t>
        <a:bodyPr/>
        <a:lstStyle/>
        <a:p>
          <a:r>
            <a:rPr lang="en-US"/>
            <a:t>Schedule risk: Project taking longer than anticipated</a:t>
          </a:r>
        </a:p>
      </dgm:t>
    </dgm:pt>
    <dgm:pt modelId="{55DA9EE8-B86A-4CE9-85A2-D7757AE5A956}" type="parTrans" cxnId="{5123CAE6-98BE-4539-A946-4910B9F378AD}">
      <dgm:prSet/>
      <dgm:spPr/>
      <dgm:t>
        <a:bodyPr/>
        <a:lstStyle/>
        <a:p>
          <a:endParaRPr lang="en-US"/>
        </a:p>
      </dgm:t>
    </dgm:pt>
    <dgm:pt modelId="{DC75E8A1-91FC-4719-969C-7CE7DC6E999E}" type="sibTrans" cxnId="{5123CAE6-98BE-4539-A946-4910B9F378AD}">
      <dgm:prSet/>
      <dgm:spPr/>
      <dgm:t>
        <a:bodyPr/>
        <a:lstStyle/>
        <a:p>
          <a:endParaRPr lang="en-US"/>
        </a:p>
      </dgm:t>
    </dgm:pt>
    <dgm:pt modelId="{9ACAE41D-DD6B-42BA-A517-FE62F605D3A7}">
      <dgm:prSet/>
      <dgm:spPr/>
      <dgm:t>
        <a:bodyPr/>
        <a:lstStyle/>
        <a:p>
          <a:r>
            <a:rPr lang="en-US"/>
            <a:t>Procedural risk: Erroneous implementation and disorganized process</a:t>
          </a:r>
        </a:p>
      </dgm:t>
    </dgm:pt>
    <dgm:pt modelId="{3AC25CDE-3523-4EF3-A15C-E60C5EC98715}" type="parTrans" cxnId="{35AE81B2-C570-469C-9942-0206C708336E}">
      <dgm:prSet/>
      <dgm:spPr/>
      <dgm:t>
        <a:bodyPr/>
        <a:lstStyle/>
        <a:p>
          <a:endParaRPr lang="en-US"/>
        </a:p>
      </dgm:t>
    </dgm:pt>
    <dgm:pt modelId="{4F77DA32-C838-413E-808B-D324319CC806}" type="sibTrans" cxnId="{35AE81B2-C570-469C-9942-0206C708336E}">
      <dgm:prSet/>
      <dgm:spPr/>
      <dgm:t>
        <a:bodyPr/>
        <a:lstStyle/>
        <a:p>
          <a:endParaRPr lang="en-US"/>
        </a:p>
      </dgm:t>
    </dgm:pt>
    <dgm:pt modelId="{EA1923D3-FBB1-4C97-9BA3-E9290B4E3CEA}">
      <dgm:prSet/>
      <dgm:spPr/>
      <dgm:t>
        <a:bodyPr/>
        <a:lstStyle/>
        <a:p>
          <a:r>
            <a:rPr lang="en-US"/>
            <a:t>Performance risk: Project not working as intended</a:t>
          </a:r>
        </a:p>
      </dgm:t>
    </dgm:pt>
    <dgm:pt modelId="{AE3A5CDB-9FE1-4B36-8C19-633240640C1F}" type="parTrans" cxnId="{50D0F04F-20E8-4750-BBB9-EE8049C3327D}">
      <dgm:prSet/>
      <dgm:spPr/>
      <dgm:t>
        <a:bodyPr/>
        <a:lstStyle/>
        <a:p>
          <a:endParaRPr lang="en-US"/>
        </a:p>
      </dgm:t>
    </dgm:pt>
    <dgm:pt modelId="{0E244CA8-0CF2-4A34-996B-17E415285360}" type="sibTrans" cxnId="{50D0F04F-20E8-4750-BBB9-EE8049C3327D}">
      <dgm:prSet/>
      <dgm:spPr/>
      <dgm:t>
        <a:bodyPr/>
        <a:lstStyle/>
        <a:p>
          <a:endParaRPr lang="en-US"/>
        </a:p>
      </dgm:t>
    </dgm:pt>
    <dgm:pt modelId="{14DD3980-9D1C-4C7D-833B-30427C5D6429}" type="pres">
      <dgm:prSet presAssocID="{319E1A65-4EFB-4986-9634-DA1665A2F0B2}" presName="vert0" presStyleCnt="0">
        <dgm:presLayoutVars>
          <dgm:dir/>
          <dgm:animOne val="branch"/>
          <dgm:animLvl val="lvl"/>
        </dgm:presLayoutVars>
      </dgm:prSet>
      <dgm:spPr/>
    </dgm:pt>
    <dgm:pt modelId="{9CDFDA9B-F9F3-4990-89A9-231A83F68F7C}" type="pres">
      <dgm:prSet presAssocID="{31D9FBB2-4E4D-472A-A192-9DBBD822F564}" presName="thickLine" presStyleLbl="alignNode1" presStyleIdx="0" presStyleCnt="1"/>
      <dgm:spPr/>
    </dgm:pt>
    <dgm:pt modelId="{BE436ADF-3699-4830-A296-07B7ED07070B}" type="pres">
      <dgm:prSet presAssocID="{31D9FBB2-4E4D-472A-A192-9DBBD822F564}" presName="horz1" presStyleCnt="0"/>
      <dgm:spPr/>
    </dgm:pt>
    <dgm:pt modelId="{648DE738-6A4D-4957-959B-80A0C749DBEB}" type="pres">
      <dgm:prSet presAssocID="{31D9FBB2-4E4D-472A-A192-9DBBD822F564}" presName="tx1" presStyleLbl="revTx" presStyleIdx="0" presStyleCnt="4"/>
      <dgm:spPr/>
    </dgm:pt>
    <dgm:pt modelId="{5B47494F-13D9-4CD5-AB4A-F6C7F909E3C2}" type="pres">
      <dgm:prSet presAssocID="{31D9FBB2-4E4D-472A-A192-9DBBD822F564}" presName="vert1" presStyleCnt="0"/>
      <dgm:spPr/>
    </dgm:pt>
    <dgm:pt modelId="{1721A2F7-5D7F-435F-B68D-930C2EC2E402}" type="pres">
      <dgm:prSet presAssocID="{EDC1F927-79BE-4536-B33C-B174D33A1CA0}" presName="vertSpace2a" presStyleCnt="0"/>
      <dgm:spPr/>
    </dgm:pt>
    <dgm:pt modelId="{15539728-3EF9-4BFF-ADCD-0D7E99B326BC}" type="pres">
      <dgm:prSet presAssocID="{EDC1F927-79BE-4536-B33C-B174D33A1CA0}" presName="horz2" presStyleCnt="0"/>
      <dgm:spPr/>
    </dgm:pt>
    <dgm:pt modelId="{2CAB9902-DD57-4A08-8B4C-6168655D0769}" type="pres">
      <dgm:prSet presAssocID="{EDC1F927-79BE-4536-B33C-B174D33A1CA0}" presName="horzSpace2" presStyleCnt="0"/>
      <dgm:spPr/>
    </dgm:pt>
    <dgm:pt modelId="{6DC7160C-19AD-4945-8E99-0DB2AF404FE2}" type="pres">
      <dgm:prSet presAssocID="{EDC1F927-79BE-4536-B33C-B174D33A1CA0}" presName="tx2" presStyleLbl="revTx" presStyleIdx="1" presStyleCnt="4"/>
      <dgm:spPr/>
    </dgm:pt>
    <dgm:pt modelId="{6651D624-4019-4720-A486-0A9C407A1613}" type="pres">
      <dgm:prSet presAssocID="{EDC1F927-79BE-4536-B33C-B174D33A1CA0}" presName="vert2" presStyleCnt="0"/>
      <dgm:spPr/>
    </dgm:pt>
    <dgm:pt modelId="{9BEF42A5-C49D-40AD-BAA8-1FA1344EFE46}" type="pres">
      <dgm:prSet presAssocID="{EDC1F927-79BE-4536-B33C-B174D33A1CA0}" presName="thinLine2b" presStyleLbl="callout" presStyleIdx="0" presStyleCnt="3"/>
      <dgm:spPr/>
    </dgm:pt>
    <dgm:pt modelId="{B3B5051C-A493-4B0F-911B-ED9F93120005}" type="pres">
      <dgm:prSet presAssocID="{EDC1F927-79BE-4536-B33C-B174D33A1CA0}" presName="vertSpace2b" presStyleCnt="0"/>
      <dgm:spPr/>
    </dgm:pt>
    <dgm:pt modelId="{AFA0B42C-6B86-40EC-9256-52C664234F5B}" type="pres">
      <dgm:prSet presAssocID="{9ACAE41D-DD6B-42BA-A517-FE62F605D3A7}" presName="horz2" presStyleCnt="0"/>
      <dgm:spPr/>
    </dgm:pt>
    <dgm:pt modelId="{7DCA9C70-E77A-429D-9FEF-54509D57908C}" type="pres">
      <dgm:prSet presAssocID="{9ACAE41D-DD6B-42BA-A517-FE62F605D3A7}" presName="horzSpace2" presStyleCnt="0"/>
      <dgm:spPr/>
    </dgm:pt>
    <dgm:pt modelId="{41B3E61C-566F-4D30-B72A-B764F348E0F4}" type="pres">
      <dgm:prSet presAssocID="{9ACAE41D-DD6B-42BA-A517-FE62F605D3A7}" presName="tx2" presStyleLbl="revTx" presStyleIdx="2" presStyleCnt="4"/>
      <dgm:spPr/>
    </dgm:pt>
    <dgm:pt modelId="{E453D4F3-C988-4703-AED7-7522054B7AAF}" type="pres">
      <dgm:prSet presAssocID="{9ACAE41D-DD6B-42BA-A517-FE62F605D3A7}" presName="vert2" presStyleCnt="0"/>
      <dgm:spPr/>
    </dgm:pt>
    <dgm:pt modelId="{C148FE15-3A17-4BC8-9278-85452660B142}" type="pres">
      <dgm:prSet presAssocID="{9ACAE41D-DD6B-42BA-A517-FE62F605D3A7}" presName="thinLine2b" presStyleLbl="callout" presStyleIdx="1" presStyleCnt="3"/>
      <dgm:spPr/>
    </dgm:pt>
    <dgm:pt modelId="{FF4F5A17-A261-4E23-8C69-43ACDAC831D7}" type="pres">
      <dgm:prSet presAssocID="{9ACAE41D-DD6B-42BA-A517-FE62F605D3A7}" presName="vertSpace2b" presStyleCnt="0"/>
      <dgm:spPr/>
    </dgm:pt>
    <dgm:pt modelId="{964B024F-88DE-4B0F-B4E1-986C30E4BFF3}" type="pres">
      <dgm:prSet presAssocID="{EA1923D3-FBB1-4C97-9BA3-E9290B4E3CEA}" presName="horz2" presStyleCnt="0"/>
      <dgm:spPr/>
    </dgm:pt>
    <dgm:pt modelId="{DB3F02BE-ECFA-497D-A62C-8D9CE0F561C3}" type="pres">
      <dgm:prSet presAssocID="{EA1923D3-FBB1-4C97-9BA3-E9290B4E3CEA}" presName="horzSpace2" presStyleCnt="0"/>
      <dgm:spPr/>
    </dgm:pt>
    <dgm:pt modelId="{E1573DB0-30B9-4966-A2E7-CC47047F4A47}" type="pres">
      <dgm:prSet presAssocID="{EA1923D3-FBB1-4C97-9BA3-E9290B4E3CEA}" presName="tx2" presStyleLbl="revTx" presStyleIdx="3" presStyleCnt="4"/>
      <dgm:spPr/>
    </dgm:pt>
    <dgm:pt modelId="{DF4790A1-EE06-4172-9018-D9BB1A081BCC}" type="pres">
      <dgm:prSet presAssocID="{EA1923D3-FBB1-4C97-9BA3-E9290B4E3CEA}" presName="vert2" presStyleCnt="0"/>
      <dgm:spPr/>
    </dgm:pt>
    <dgm:pt modelId="{1D1D0E4E-D094-4890-B5F1-B10FBF855511}" type="pres">
      <dgm:prSet presAssocID="{EA1923D3-FBB1-4C97-9BA3-E9290B4E3CEA}" presName="thinLine2b" presStyleLbl="callout" presStyleIdx="2" presStyleCnt="3"/>
      <dgm:spPr/>
    </dgm:pt>
    <dgm:pt modelId="{11F9CC73-2B2B-4D8A-B3BB-286BABB642EE}" type="pres">
      <dgm:prSet presAssocID="{EA1923D3-FBB1-4C97-9BA3-E9290B4E3CEA}" presName="vertSpace2b" presStyleCnt="0"/>
      <dgm:spPr/>
    </dgm:pt>
  </dgm:ptLst>
  <dgm:cxnLst>
    <dgm:cxn modelId="{1447DB68-520F-4E03-92A5-C3A633176050}" srcId="{319E1A65-4EFB-4986-9634-DA1665A2F0B2}" destId="{31D9FBB2-4E4D-472A-A192-9DBBD822F564}" srcOrd="0" destOrd="0" parTransId="{CDAD7AA6-965C-4564-9FD7-8F696A52521E}" sibTransId="{240A6E1A-B162-4E55-9AF1-FA9D0709CD5F}"/>
    <dgm:cxn modelId="{50D0F04F-20E8-4750-BBB9-EE8049C3327D}" srcId="{31D9FBB2-4E4D-472A-A192-9DBBD822F564}" destId="{EA1923D3-FBB1-4C97-9BA3-E9290B4E3CEA}" srcOrd="2" destOrd="0" parTransId="{AE3A5CDB-9FE1-4B36-8C19-633240640C1F}" sibTransId="{0E244CA8-0CF2-4A34-996B-17E415285360}"/>
    <dgm:cxn modelId="{7D4C2B89-A34F-40BA-83B9-C141F0BD36AE}" type="presOf" srcId="{31D9FBB2-4E4D-472A-A192-9DBBD822F564}" destId="{648DE738-6A4D-4957-959B-80A0C749DBEB}" srcOrd="0" destOrd="0" presId="urn:microsoft.com/office/officeart/2008/layout/LinedList"/>
    <dgm:cxn modelId="{AC8799A5-22EB-4DA7-B517-14CC855BB3CF}" type="presOf" srcId="{319E1A65-4EFB-4986-9634-DA1665A2F0B2}" destId="{14DD3980-9D1C-4C7D-833B-30427C5D6429}" srcOrd="0" destOrd="0" presId="urn:microsoft.com/office/officeart/2008/layout/LinedList"/>
    <dgm:cxn modelId="{9E442DAC-1DE6-484D-BB48-9328E97ECEE4}" type="presOf" srcId="{EDC1F927-79BE-4536-B33C-B174D33A1CA0}" destId="{6DC7160C-19AD-4945-8E99-0DB2AF404FE2}" srcOrd="0" destOrd="0" presId="urn:microsoft.com/office/officeart/2008/layout/LinedList"/>
    <dgm:cxn modelId="{35AE81B2-C570-469C-9942-0206C708336E}" srcId="{31D9FBB2-4E4D-472A-A192-9DBBD822F564}" destId="{9ACAE41D-DD6B-42BA-A517-FE62F605D3A7}" srcOrd="1" destOrd="0" parTransId="{3AC25CDE-3523-4EF3-A15C-E60C5EC98715}" sibTransId="{4F77DA32-C838-413E-808B-D324319CC806}"/>
    <dgm:cxn modelId="{EC6DBCC4-8982-44AB-8B1D-34D825B9646D}" type="presOf" srcId="{EA1923D3-FBB1-4C97-9BA3-E9290B4E3CEA}" destId="{E1573DB0-30B9-4966-A2E7-CC47047F4A47}" srcOrd="0" destOrd="0" presId="urn:microsoft.com/office/officeart/2008/layout/LinedList"/>
    <dgm:cxn modelId="{90D946D3-8387-430A-8CFA-5497B6A4419F}" type="presOf" srcId="{9ACAE41D-DD6B-42BA-A517-FE62F605D3A7}" destId="{41B3E61C-566F-4D30-B72A-B764F348E0F4}" srcOrd="0" destOrd="0" presId="urn:microsoft.com/office/officeart/2008/layout/LinedList"/>
    <dgm:cxn modelId="{5123CAE6-98BE-4539-A946-4910B9F378AD}" srcId="{31D9FBB2-4E4D-472A-A192-9DBBD822F564}" destId="{EDC1F927-79BE-4536-B33C-B174D33A1CA0}" srcOrd="0" destOrd="0" parTransId="{55DA9EE8-B86A-4CE9-85A2-D7757AE5A956}" sibTransId="{DC75E8A1-91FC-4719-969C-7CE7DC6E999E}"/>
    <dgm:cxn modelId="{17BBF924-96E3-4D86-B3C4-A44E9BBCC085}" type="presParOf" srcId="{14DD3980-9D1C-4C7D-833B-30427C5D6429}" destId="{9CDFDA9B-F9F3-4990-89A9-231A83F68F7C}" srcOrd="0" destOrd="0" presId="urn:microsoft.com/office/officeart/2008/layout/LinedList"/>
    <dgm:cxn modelId="{4B6943FB-EFD3-4778-A615-91D0D6B38CB1}" type="presParOf" srcId="{14DD3980-9D1C-4C7D-833B-30427C5D6429}" destId="{BE436ADF-3699-4830-A296-07B7ED07070B}" srcOrd="1" destOrd="0" presId="urn:microsoft.com/office/officeart/2008/layout/LinedList"/>
    <dgm:cxn modelId="{2CBB3EEF-0C01-4E30-B44A-761D29AE4419}" type="presParOf" srcId="{BE436ADF-3699-4830-A296-07B7ED07070B}" destId="{648DE738-6A4D-4957-959B-80A0C749DBEB}" srcOrd="0" destOrd="0" presId="urn:microsoft.com/office/officeart/2008/layout/LinedList"/>
    <dgm:cxn modelId="{ABA3A9DB-30D6-45A4-BB0B-7A8719CA0022}" type="presParOf" srcId="{BE436ADF-3699-4830-A296-07B7ED07070B}" destId="{5B47494F-13D9-4CD5-AB4A-F6C7F909E3C2}" srcOrd="1" destOrd="0" presId="urn:microsoft.com/office/officeart/2008/layout/LinedList"/>
    <dgm:cxn modelId="{C414A0B0-F627-40AD-8E64-0CB94368116B}" type="presParOf" srcId="{5B47494F-13D9-4CD5-AB4A-F6C7F909E3C2}" destId="{1721A2F7-5D7F-435F-B68D-930C2EC2E402}" srcOrd="0" destOrd="0" presId="urn:microsoft.com/office/officeart/2008/layout/LinedList"/>
    <dgm:cxn modelId="{BB89F79A-9FBB-4465-952B-5E93092AD7DC}" type="presParOf" srcId="{5B47494F-13D9-4CD5-AB4A-F6C7F909E3C2}" destId="{15539728-3EF9-4BFF-ADCD-0D7E99B326BC}" srcOrd="1" destOrd="0" presId="urn:microsoft.com/office/officeart/2008/layout/LinedList"/>
    <dgm:cxn modelId="{48A690D7-C27B-4AC5-A6E1-B1D61D9170AA}" type="presParOf" srcId="{15539728-3EF9-4BFF-ADCD-0D7E99B326BC}" destId="{2CAB9902-DD57-4A08-8B4C-6168655D0769}" srcOrd="0" destOrd="0" presId="urn:microsoft.com/office/officeart/2008/layout/LinedList"/>
    <dgm:cxn modelId="{5DD68FC5-1CAD-4DF3-9EDB-693375A51599}" type="presParOf" srcId="{15539728-3EF9-4BFF-ADCD-0D7E99B326BC}" destId="{6DC7160C-19AD-4945-8E99-0DB2AF404FE2}" srcOrd="1" destOrd="0" presId="urn:microsoft.com/office/officeart/2008/layout/LinedList"/>
    <dgm:cxn modelId="{C04F7759-C095-47B2-B806-988480EF93D9}" type="presParOf" srcId="{15539728-3EF9-4BFF-ADCD-0D7E99B326BC}" destId="{6651D624-4019-4720-A486-0A9C407A1613}" srcOrd="2" destOrd="0" presId="urn:microsoft.com/office/officeart/2008/layout/LinedList"/>
    <dgm:cxn modelId="{5C5923A4-286C-49BD-B3F0-1F701DAFABC9}" type="presParOf" srcId="{5B47494F-13D9-4CD5-AB4A-F6C7F909E3C2}" destId="{9BEF42A5-C49D-40AD-BAA8-1FA1344EFE46}" srcOrd="2" destOrd="0" presId="urn:microsoft.com/office/officeart/2008/layout/LinedList"/>
    <dgm:cxn modelId="{D2F9726E-A088-4A27-98E9-C98509F8724E}" type="presParOf" srcId="{5B47494F-13D9-4CD5-AB4A-F6C7F909E3C2}" destId="{B3B5051C-A493-4B0F-911B-ED9F93120005}" srcOrd="3" destOrd="0" presId="urn:microsoft.com/office/officeart/2008/layout/LinedList"/>
    <dgm:cxn modelId="{5AE9DD68-6FC4-48A6-9D97-617DA11A8F86}" type="presParOf" srcId="{5B47494F-13D9-4CD5-AB4A-F6C7F909E3C2}" destId="{AFA0B42C-6B86-40EC-9256-52C664234F5B}" srcOrd="4" destOrd="0" presId="urn:microsoft.com/office/officeart/2008/layout/LinedList"/>
    <dgm:cxn modelId="{C6420EA9-4AE1-4C90-9BC3-F3A05B8CE877}" type="presParOf" srcId="{AFA0B42C-6B86-40EC-9256-52C664234F5B}" destId="{7DCA9C70-E77A-429D-9FEF-54509D57908C}" srcOrd="0" destOrd="0" presId="urn:microsoft.com/office/officeart/2008/layout/LinedList"/>
    <dgm:cxn modelId="{A94B7E8F-80D6-4ECE-B2F3-D531091A2C96}" type="presParOf" srcId="{AFA0B42C-6B86-40EC-9256-52C664234F5B}" destId="{41B3E61C-566F-4D30-B72A-B764F348E0F4}" srcOrd="1" destOrd="0" presId="urn:microsoft.com/office/officeart/2008/layout/LinedList"/>
    <dgm:cxn modelId="{EA4C28C9-1BD9-4E0D-9E3A-A087BE82CD79}" type="presParOf" srcId="{AFA0B42C-6B86-40EC-9256-52C664234F5B}" destId="{E453D4F3-C988-4703-AED7-7522054B7AAF}" srcOrd="2" destOrd="0" presId="urn:microsoft.com/office/officeart/2008/layout/LinedList"/>
    <dgm:cxn modelId="{AB05F7F0-DD57-4DCC-8383-D3B219A5DA34}" type="presParOf" srcId="{5B47494F-13D9-4CD5-AB4A-F6C7F909E3C2}" destId="{C148FE15-3A17-4BC8-9278-85452660B142}" srcOrd="5" destOrd="0" presId="urn:microsoft.com/office/officeart/2008/layout/LinedList"/>
    <dgm:cxn modelId="{29730E29-2738-4D4B-A304-2299B1F0C31F}" type="presParOf" srcId="{5B47494F-13D9-4CD5-AB4A-F6C7F909E3C2}" destId="{FF4F5A17-A261-4E23-8C69-43ACDAC831D7}" srcOrd="6" destOrd="0" presId="urn:microsoft.com/office/officeart/2008/layout/LinedList"/>
    <dgm:cxn modelId="{356F72B4-11E6-42DC-B69A-C285CE0EE590}" type="presParOf" srcId="{5B47494F-13D9-4CD5-AB4A-F6C7F909E3C2}" destId="{964B024F-88DE-4B0F-B4E1-986C30E4BFF3}" srcOrd="7" destOrd="0" presId="urn:microsoft.com/office/officeart/2008/layout/LinedList"/>
    <dgm:cxn modelId="{706C68E6-A899-46E0-983F-46B9833DCE00}" type="presParOf" srcId="{964B024F-88DE-4B0F-B4E1-986C30E4BFF3}" destId="{DB3F02BE-ECFA-497D-A62C-8D9CE0F561C3}" srcOrd="0" destOrd="0" presId="urn:microsoft.com/office/officeart/2008/layout/LinedList"/>
    <dgm:cxn modelId="{A4FC295C-5AA5-49D6-9583-6BC4673D1CCA}" type="presParOf" srcId="{964B024F-88DE-4B0F-B4E1-986C30E4BFF3}" destId="{E1573DB0-30B9-4966-A2E7-CC47047F4A47}" srcOrd="1" destOrd="0" presId="urn:microsoft.com/office/officeart/2008/layout/LinedList"/>
    <dgm:cxn modelId="{C87CC70E-6AEF-4929-B241-94A3279518B5}" type="presParOf" srcId="{964B024F-88DE-4B0F-B4E1-986C30E4BFF3}" destId="{DF4790A1-EE06-4172-9018-D9BB1A081BCC}" srcOrd="2" destOrd="0" presId="urn:microsoft.com/office/officeart/2008/layout/LinedList"/>
    <dgm:cxn modelId="{06941974-C280-45E5-BDE6-4D22EAA38CF0}" type="presParOf" srcId="{5B47494F-13D9-4CD5-AB4A-F6C7F909E3C2}" destId="{1D1D0E4E-D094-4890-B5F1-B10FBF855511}" srcOrd="8" destOrd="0" presId="urn:microsoft.com/office/officeart/2008/layout/LinedList"/>
    <dgm:cxn modelId="{535E5060-74FB-4C7C-BE63-0FE1B1B37BA6}" type="presParOf" srcId="{5B47494F-13D9-4CD5-AB4A-F6C7F909E3C2}" destId="{11F9CC73-2B2B-4D8A-B3BB-286BABB642EE}" srcOrd="9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A078B8-94D3-419B-B759-B8CFDB2411A4}">
      <dsp:nvSpPr>
        <dsp:cNvPr id="0" name=""/>
        <dsp:cNvSpPr/>
      </dsp:nvSpPr>
      <dsp:spPr>
        <a:xfrm>
          <a:off x="0" y="0"/>
          <a:ext cx="6269038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019F94-C1B1-42E1-84F5-14DCD06F1AC0}">
      <dsp:nvSpPr>
        <dsp:cNvPr id="0" name=""/>
        <dsp:cNvSpPr/>
      </dsp:nvSpPr>
      <dsp:spPr>
        <a:xfrm>
          <a:off x="0" y="0"/>
          <a:ext cx="6269038" cy="13930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590" tIns="148590" rIns="148590" bIns="148590" numCol="1" spcCol="1270" anchor="t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Language: Java</a:t>
          </a:r>
        </a:p>
      </dsp:txBody>
      <dsp:txXfrm>
        <a:off x="0" y="0"/>
        <a:ext cx="6269038" cy="1393031"/>
      </dsp:txXfrm>
    </dsp:sp>
    <dsp:sp modelId="{71946F65-81D2-448F-8E65-19DFAFD42CEB}">
      <dsp:nvSpPr>
        <dsp:cNvPr id="0" name=""/>
        <dsp:cNvSpPr/>
      </dsp:nvSpPr>
      <dsp:spPr>
        <a:xfrm>
          <a:off x="0" y="1393031"/>
          <a:ext cx="6269038" cy="0"/>
        </a:xfrm>
        <a:prstGeom prst="line">
          <a:avLst/>
        </a:prstGeom>
        <a:solidFill>
          <a:schemeClr val="accent5">
            <a:hueOff val="-2252848"/>
            <a:satOff val="-5806"/>
            <a:lumOff val="-3922"/>
            <a:alphaOff val="0"/>
          </a:schemeClr>
        </a:solidFill>
        <a:ln w="12700" cap="flat" cmpd="sng" algn="ctr">
          <a:solidFill>
            <a:schemeClr val="accent5">
              <a:hueOff val="-2252848"/>
              <a:satOff val="-5806"/>
              <a:lumOff val="-392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EEFFD5-790C-47D4-9B2B-1372F9BCE0C8}">
      <dsp:nvSpPr>
        <dsp:cNvPr id="0" name=""/>
        <dsp:cNvSpPr/>
      </dsp:nvSpPr>
      <dsp:spPr>
        <a:xfrm>
          <a:off x="0" y="1393031"/>
          <a:ext cx="6269038" cy="13930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590" tIns="148590" rIns="148590" bIns="148590" numCol="1" spcCol="1270" anchor="t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Database: MySQL</a:t>
          </a:r>
        </a:p>
      </dsp:txBody>
      <dsp:txXfrm>
        <a:off x="0" y="1393031"/>
        <a:ext cx="6269038" cy="1393031"/>
      </dsp:txXfrm>
    </dsp:sp>
    <dsp:sp modelId="{05121C21-9443-4663-AF8D-1AFE59730ABC}">
      <dsp:nvSpPr>
        <dsp:cNvPr id="0" name=""/>
        <dsp:cNvSpPr/>
      </dsp:nvSpPr>
      <dsp:spPr>
        <a:xfrm>
          <a:off x="0" y="2786062"/>
          <a:ext cx="6269038" cy="0"/>
        </a:xfrm>
        <a:prstGeom prst="line">
          <a:avLst/>
        </a:prstGeom>
        <a:solidFill>
          <a:schemeClr val="accent5">
            <a:hueOff val="-4505695"/>
            <a:satOff val="-11613"/>
            <a:lumOff val="-7843"/>
            <a:alphaOff val="0"/>
          </a:schemeClr>
        </a:solidFill>
        <a:ln w="12700" cap="flat" cmpd="sng" algn="ctr">
          <a:solidFill>
            <a:schemeClr val="accent5">
              <a:hueOff val="-4505695"/>
              <a:satOff val="-11613"/>
              <a:lumOff val="-784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ED0300-F8D1-464B-A142-4FA7A067EFAA}">
      <dsp:nvSpPr>
        <dsp:cNvPr id="0" name=""/>
        <dsp:cNvSpPr/>
      </dsp:nvSpPr>
      <dsp:spPr>
        <a:xfrm>
          <a:off x="0" y="2786062"/>
          <a:ext cx="6269038" cy="13930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590" tIns="148590" rIns="148590" bIns="148590" numCol="1" spcCol="1270" anchor="t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 dirty="0"/>
            <a:t>Frontend: HTML, CSS, XML, jQuery, </a:t>
          </a:r>
          <a:r>
            <a:rPr lang="en-US" sz="3900" kern="1200" dirty="0" err="1"/>
            <a:t>Javascript</a:t>
          </a:r>
          <a:endParaRPr lang="en-US" sz="3900" kern="1200" dirty="0"/>
        </a:p>
      </dsp:txBody>
      <dsp:txXfrm>
        <a:off x="0" y="2786062"/>
        <a:ext cx="6269038" cy="1393031"/>
      </dsp:txXfrm>
    </dsp:sp>
    <dsp:sp modelId="{0189C4D7-9E83-46EE-AF3F-4C864F7F534C}">
      <dsp:nvSpPr>
        <dsp:cNvPr id="0" name=""/>
        <dsp:cNvSpPr/>
      </dsp:nvSpPr>
      <dsp:spPr>
        <a:xfrm>
          <a:off x="0" y="4179093"/>
          <a:ext cx="6269038" cy="0"/>
        </a:xfrm>
        <a:prstGeom prst="line">
          <a:avLst/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accent5">
              <a:hueOff val="-6758543"/>
              <a:satOff val="-17419"/>
              <a:lumOff val="-1176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809815-E664-48F0-9545-8B9BB51B446C}">
      <dsp:nvSpPr>
        <dsp:cNvPr id="0" name=""/>
        <dsp:cNvSpPr/>
      </dsp:nvSpPr>
      <dsp:spPr>
        <a:xfrm>
          <a:off x="0" y="4179093"/>
          <a:ext cx="6269038" cy="13930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590" tIns="148590" rIns="148590" bIns="148590" numCol="1" spcCol="1270" anchor="t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Other technologies: JDBC</a:t>
          </a:r>
        </a:p>
      </dsp:txBody>
      <dsp:txXfrm>
        <a:off x="0" y="4179093"/>
        <a:ext cx="6269038" cy="139303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4B550D2-35F4-4E2D-89AD-A75340ABA35E}">
      <dsp:nvSpPr>
        <dsp:cNvPr id="0" name=""/>
        <dsp:cNvSpPr/>
      </dsp:nvSpPr>
      <dsp:spPr>
        <a:xfrm>
          <a:off x="0" y="680"/>
          <a:ext cx="6269038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CAF311-88D0-4CB2-8106-64F8EF33BFFA}">
      <dsp:nvSpPr>
        <dsp:cNvPr id="0" name=""/>
        <dsp:cNvSpPr/>
      </dsp:nvSpPr>
      <dsp:spPr>
        <a:xfrm>
          <a:off x="0" y="680"/>
          <a:ext cx="6269038" cy="11141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INITIAL PROJECT PLAN</a:t>
          </a:r>
        </a:p>
      </dsp:txBody>
      <dsp:txXfrm>
        <a:off x="0" y="680"/>
        <a:ext cx="6269038" cy="1114152"/>
      </dsp:txXfrm>
    </dsp:sp>
    <dsp:sp modelId="{B6475697-3F60-458D-829F-1AFCC4612D6A}">
      <dsp:nvSpPr>
        <dsp:cNvPr id="0" name=""/>
        <dsp:cNvSpPr/>
      </dsp:nvSpPr>
      <dsp:spPr>
        <a:xfrm>
          <a:off x="0" y="1114833"/>
          <a:ext cx="6269038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6F73A9-924C-4B80-9E35-7EA14C8BC57F}">
      <dsp:nvSpPr>
        <dsp:cNvPr id="0" name=""/>
        <dsp:cNvSpPr/>
      </dsp:nvSpPr>
      <dsp:spPr>
        <a:xfrm>
          <a:off x="0" y="1114833"/>
          <a:ext cx="6269038" cy="11141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Phase 1: Design completion: Creating the skeleton</a:t>
          </a:r>
        </a:p>
      </dsp:txBody>
      <dsp:txXfrm>
        <a:off x="0" y="1114833"/>
        <a:ext cx="6269038" cy="1114152"/>
      </dsp:txXfrm>
    </dsp:sp>
    <dsp:sp modelId="{73AED08E-DDC7-4074-A355-56993E00EB19}">
      <dsp:nvSpPr>
        <dsp:cNvPr id="0" name=""/>
        <dsp:cNvSpPr/>
      </dsp:nvSpPr>
      <dsp:spPr>
        <a:xfrm>
          <a:off x="0" y="2228986"/>
          <a:ext cx="6269038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60FA37-EC07-4BD2-8232-9FB1BCD4B753}">
      <dsp:nvSpPr>
        <dsp:cNvPr id="0" name=""/>
        <dsp:cNvSpPr/>
      </dsp:nvSpPr>
      <dsp:spPr>
        <a:xfrm>
          <a:off x="0" y="2228986"/>
          <a:ext cx="6269038" cy="11141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Phase 2: Backend setup: MySQL database and tables with schemas</a:t>
          </a:r>
        </a:p>
      </dsp:txBody>
      <dsp:txXfrm>
        <a:off x="0" y="2228986"/>
        <a:ext cx="6269038" cy="1114152"/>
      </dsp:txXfrm>
    </dsp:sp>
    <dsp:sp modelId="{8F598B8F-E67E-460C-98B2-7A994F52C13F}">
      <dsp:nvSpPr>
        <dsp:cNvPr id="0" name=""/>
        <dsp:cNvSpPr/>
      </dsp:nvSpPr>
      <dsp:spPr>
        <a:xfrm>
          <a:off x="0" y="3343138"/>
          <a:ext cx="6269038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664A7A-B87E-4CEA-8A05-AD63FF4BB482}">
      <dsp:nvSpPr>
        <dsp:cNvPr id="0" name=""/>
        <dsp:cNvSpPr/>
      </dsp:nvSpPr>
      <dsp:spPr>
        <a:xfrm>
          <a:off x="0" y="3343138"/>
          <a:ext cx="6269038" cy="11141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Phase 3: Connection between design and backend code with database</a:t>
          </a:r>
        </a:p>
      </dsp:txBody>
      <dsp:txXfrm>
        <a:off x="0" y="3343138"/>
        <a:ext cx="6269038" cy="1114152"/>
      </dsp:txXfrm>
    </dsp:sp>
    <dsp:sp modelId="{AEC2EC76-CEBB-4767-B76D-186786E47F3A}">
      <dsp:nvSpPr>
        <dsp:cNvPr id="0" name=""/>
        <dsp:cNvSpPr/>
      </dsp:nvSpPr>
      <dsp:spPr>
        <a:xfrm>
          <a:off x="0" y="4457291"/>
          <a:ext cx="6269038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7AA7B3-822C-4234-A96C-7647A0213B2F}">
      <dsp:nvSpPr>
        <dsp:cNvPr id="0" name=""/>
        <dsp:cNvSpPr/>
      </dsp:nvSpPr>
      <dsp:spPr>
        <a:xfrm>
          <a:off x="0" y="4457291"/>
          <a:ext cx="6269038" cy="11141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Phase 4: Improving the user interface and testing</a:t>
          </a:r>
        </a:p>
      </dsp:txBody>
      <dsp:txXfrm>
        <a:off x="0" y="4457291"/>
        <a:ext cx="6269038" cy="111415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DFDA9B-F9F3-4990-89A9-231A83F68F7C}">
      <dsp:nvSpPr>
        <dsp:cNvPr id="0" name=""/>
        <dsp:cNvSpPr/>
      </dsp:nvSpPr>
      <dsp:spPr>
        <a:xfrm>
          <a:off x="0" y="0"/>
          <a:ext cx="6269038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8DE738-6A4D-4957-959B-80A0C749DBEB}">
      <dsp:nvSpPr>
        <dsp:cNvPr id="0" name=""/>
        <dsp:cNvSpPr/>
      </dsp:nvSpPr>
      <dsp:spPr>
        <a:xfrm>
          <a:off x="0" y="0"/>
          <a:ext cx="1253807" cy="55721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Top 3 risks that were identified:</a:t>
          </a:r>
        </a:p>
      </dsp:txBody>
      <dsp:txXfrm>
        <a:off x="0" y="0"/>
        <a:ext cx="1253807" cy="5572125"/>
      </dsp:txXfrm>
    </dsp:sp>
    <dsp:sp modelId="{6DC7160C-19AD-4945-8E99-0DB2AF404FE2}">
      <dsp:nvSpPr>
        <dsp:cNvPr id="0" name=""/>
        <dsp:cNvSpPr/>
      </dsp:nvSpPr>
      <dsp:spPr>
        <a:xfrm>
          <a:off x="1347843" y="87064"/>
          <a:ext cx="4921194" cy="17412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Schedule risk: Project taking longer than anticipated</a:t>
          </a:r>
        </a:p>
      </dsp:txBody>
      <dsp:txXfrm>
        <a:off x="1347843" y="87064"/>
        <a:ext cx="4921194" cy="1741289"/>
      </dsp:txXfrm>
    </dsp:sp>
    <dsp:sp modelId="{9BEF42A5-C49D-40AD-BAA8-1FA1344EFE46}">
      <dsp:nvSpPr>
        <dsp:cNvPr id="0" name=""/>
        <dsp:cNvSpPr/>
      </dsp:nvSpPr>
      <dsp:spPr>
        <a:xfrm>
          <a:off x="1253807" y="1828353"/>
          <a:ext cx="501523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1B3E61C-566F-4D30-B72A-B764F348E0F4}">
      <dsp:nvSpPr>
        <dsp:cNvPr id="0" name=""/>
        <dsp:cNvSpPr/>
      </dsp:nvSpPr>
      <dsp:spPr>
        <a:xfrm>
          <a:off x="1347843" y="1915417"/>
          <a:ext cx="4921194" cy="17412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Procedural risk: Erroneous implementation and disorganized process</a:t>
          </a:r>
        </a:p>
      </dsp:txBody>
      <dsp:txXfrm>
        <a:off x="1347843" y="1915417"/>
        <a:ext cx="4921194" cy="1741289"/>
      </dsp:txXfrm>
    </dsp:sp>
    <dsp:sp modelId="{C148FE15-3A17-4BC8-9278-85452660B142}">
      <dsp:nvSpPr>
        <dsp:cNvPr id="0" name=""/>
        <dsp:cNvSpPr/>
      </dsp:nvSpPr>
      <dsp:spPr>
        <a:xfrm>
          <a:off x="1253807" y="3656707"/>
          <a:ext cx="501523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1573DB0-30B9-4966-A2E7-CC47047F4A47}">
      <dsp:nvSpPr>
        <dsp:cNvPr id="0" name=""/>
        <dsp:cNvSpPr/>
      </dsp:nvSpPr>
      <dsp:spPr>
        <a:xfrm>
          <a:off x="1347843" y="3743771"/>
          <a:ext cx="4921194" cy="17412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Performance risk: Project not working as intended</a:t>
          </a:r>
        </a:p>
      </dsp:txBody>
      <dsp:txXfrm>
        <a:off x="1347843" y="3743771"/>
        <a:ext cx="4921194" cy="1741289"/>
      </dsp:txXfrm>
    </dsp:sp>
    <dsp:sp modelId="{1D1D0E4E-D094-4890-B5F1-B10FBF855511}">
      <dsp:nvSpPr>
        <dsp:cNvPr id="0" name=""/>
        <dsp:cNvSpPr/>
      </dsp:nvSpPr>
      <dsp:spPr>
        <a:xfrm>
          <a:off x="1253807" y="5485060"/>
          <a:ext cx="501523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A34277-5ABA-45C3-97AD-106A1C427F12}" type="datetimeFigureOut">
              <a:rPr lang="en-US" smtClean="0"/>
              <a:t>9/11/2019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E067C0-F3A7-459D-BB3F-615C1CD866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0690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E067C0-F3A7-459D-BB3F-615C1CD8663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3414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E067C0-F3A7-459D-BB3F-615C1CD8663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4548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2E1D0-DF55-46D3-8D8B-D5D1CB2748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CF6682-6ACF-444E-8FE9-C1BF9CAA6C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51B153-DB0E-4794-885E-9F7D16BB26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189A3F-C1B7-4A04-BC3F-CE7A14DDAB55}" type="datetimeFigureOut">
              <a:rPr lang="en-US" smtClean="0"/>
              <a:t>9/11/2019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9809D0-F156-4EA2-A77A-15E969B384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A4A5F0-2D74-4C5C-9EBA-F4E2E7753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5EEC7-3295-436C-BAB6-0F2D3C7A5E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3063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0D205-F9C6-486C-B845-FA2086CC0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9FDC8F-3731-4DDA-9D2B-C78D96BB88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7F7296-E3FD-4716-A913-5FF9A3009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189A3F-C1B7-4A04-BC3F-CE7A14DDAB55}" type="datetimeFigureOut">
              <a:rPr lang="en-US" smtClean="0"/>
              <a:t>9/11/2019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E9C6B4-F235-4408-A75E-9AC5BD77E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433FE1-E005-4B6E-A51D-0FAC41CEE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5EEC7-3295-436C-BAB6-0F2D3C7A5E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4505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F69F6-65D0-4B6E-B0C9-0F69F5437F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F2E847-F74D-4535-961B-6A75A0F523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E5844F-8F04-476F-A710-5E13A160B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189A3F-C1B7-4A04-BC3F-CE7A14DDAB55}" type="datetimeFigureOut">
              <a:rPr lang="en-US" smtClean="0"/>
              <a:t>9/11/2019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217844-40EB-4245-B290-1A89E2CD5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AAD574-1CA6-4DED-8180-E45CD09FB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5EEC7-3295-436C-BAB6-0F2D3C7A5E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2451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B856F-FAEA-4A6A-9BEC-9AD87231E6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1ACF85-39C9-4870-9007-CA11E3F924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A550DA-256E-452E-BDEB-08A9757E39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D3CDD2-9403-4099-BCEB-0F55D3549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189A3F-C1B7-4A04-BC3F-CE7A14DDAB55}" type="datetimeFigureOut">
              <a:rPr lang="en-US" smtClean="0"/>
              <a:t>9/11/2019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5EE220-3BFB-4685-87DD-EFE28F776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F7BED1-55E9-4681-B7F1-668B67A75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5EEC7-3295-436C-BAB6-0F2D3C7A5E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13832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5FE57-1CDD-4330-8588-E344557EAF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4E26D2-C8E1-47AF-A246-10C6E58C68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8C8179-6AC7-49A5-953C-CBEA29D561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891C78-D664-4C2F-AD9B-0FCA646AAF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CD8A2A1-1E5E-4E6D-89A0-6D1A8B6442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5547917-B33B-4D37-AC50-8D2111CA6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189A3F-C1B7-4A04-BC3F-CE7A14DDAB55}" type="datetimeFigureOut">
              <a:rPr lang="en-US" smtClean="0"/>
              <a:t>9/11/2019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49A5F1A-6062-4BCE-A18B-CE330CFAC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D7BFA6A-A0BB-48EF-A4CC-49BAB26C3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5EEC7-3295-436C-BAB6-0F2D3C7A5E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7444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D4CB9-D31F-4DD6-9548-DB08D29D2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36F8C9-87D4-47FF-875F-C985C33E3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189A3F-C1B7-4A04-BC3F-CE7A14DDAB55}" type="datetimeFigureOut">
              <a:rPr lang="en-US" smtClean="0"/>
              <a:t>9/11/2019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C5DC58-7C7C-47E2-BA4D-1BF604C42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2806DD-B351-455D-8CA2-B3FB6901D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5EEC7-3295-436C-BAB6-0F2D3C7A5E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9537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A81B6D-00FD-40FA-95AC-965C83A79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189A3F-C1B7-4A04-BC3F-CE7A14DDAB55}" type="datetimeFigureOut">
              <a:rPr lang="en-US" smtClean="0"/>
              <a:t>9/11/2019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2DBA424-8647-47BD-80D2-CF95BDC33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C33EA0-7E60-48CD-A042-728610EFF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5EEC7-3295-436C-BAB6-0F2D3C7A5E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8604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E1D62-03E6-43A2-99A1-FED968510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C774F2-A0B8-4822-9445-F15381A731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82D9F4-2379-4D1D-B9FC-0B95AAA041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B75F8E-3ADA-402E-AD81-962540C47C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189A3F-C1B7-4A04-BC3F-CE7A14DDAB55}" type="datetimeFigureOut">
              <a:rPr lang="en-US" smtClean="0"/>
              <a:t>9/11/2019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3C29CA-14E9-480A-B065-A5A780F7A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1575FA-C853-43B8-874E-647320638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5EEC7-3295-436C-BAB6-0F2D3C7A5E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7487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E725B-890C-47DD-85BA-0737BB60F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C313BB-26F6-4C60-BF9F-7FE748F283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464525-5EF5-438F-BF6E-FA53717503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A960A4-FDA6-4912-BA19-777CAA48E7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189A3F-C1B7-4A04-BC3F-CE7A14DDAB55}" type="datetimeFigureOut">
              <a:rPr lang="en-US" smtClean="0"/>
              <a:t>9/11/2019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36FC75-9C9A-450F-A388-DF41BCF6BC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DE0B46-4D7F-4A6C-BFDA-50B77EF93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5EEC7-3295-436C-BAB6-0F2D3C7A5E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3855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C9E4B-F78B-4CF0-894F-E7D31D7BD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E4AC71-AE76-4B54-B174-BBA9B921D5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E758CE-AC4A-4A92-8789-B04AF4ED8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189A3F-C1B7-4A04-BC3F-CE7A14DDAB55}" type="datetimeFigureOut">
              <a:rPr lang="en-US" smtClean="0"/>
              <a:t>9/11/2019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91B909-DB06-4972-8019-7017627F9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2039D9-D9D6-4DB3-A40E-3C40E25A6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5EEC7-3295-436C-BAB6-0F2D3C7A5E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15838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34F099-4E38-4803-B96D-B489D2BF9E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4E95A4-0D56-4BAC-902A-D836861A81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5FC3DB-C973-4A76-A7FE-A05735B2F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189A3F-C1B7-4A04-BC3F-CE7A14DDAB55}" type="datetimeFigureOut">
              <a:rPr lang="en-US" smtClean="0"/>
              <a:t>9/11/2019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05357C-B704-42EE-8539-E2AFDB93E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C55D4D-FB51-4F37-9DEF-ED702B63C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5EEC7-3295-436C-BAB6-0F2D3C7A5E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9215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900E2C-C26C-46DD-8A5F-BBD967005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9F462F-568C-4D5F-9B74-8CB8D4A79D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B62B7E-F0F8-40A9-864F-8A101E0551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189A3F-C1B7-4A04-BC3F-CE7A14DDAB55}" type="datetimeFigureOut">
              <a:rPr lang="en-US" smtClean="0"/>
              <a:t>9/11/2019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8C2132-4F56-4614-B0D4-5FB87CDF00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0A1E88-169D-4D8D-8386-14D41F6A12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45EEC7-3295-436C-BAB6-0F2D3C7A5E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0493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7905BA41-EE6E-4F80-8636-447F22DD72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6D10AB-28C5-4D83-8289-056B1AE7C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8465" y="3298722"/>
            <a:ext cx="8495070" cy="178440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ONLINE TICKET BOOKING SYSTEM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D7549B2-EE05-4558-8C64-AC46755F2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25914" y="889251"/>
            <a:ext cx="2140172" cy="2140172"/>
          </a:xfrm>
          <a:prstGeom prst="ellipse">
            <a:avLst/>
          </a:prstGeom>
          <a:solidFill>
            <a:srgbClr val="FFFFFF"/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Graphic 5" descr="Ticket">
            <a:extLst>
              <a:ext uri="{FF2B5EF4-FFF2-40B4-BE49-F238E27FC236}">
                <a16:creationId xmlns:a16="http://schemas.microsoft.com/office/drawing/2014/main" id="{6E1DE4D1-C6AC-4579-832A-35E4852A19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08264" y="1371601"/>
            <a:ext cx="1175474" cy="1175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20586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D5840-F454-430E-AD66-2E0B0E5979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4260" y="785611"/>
            <a:ext cx="5992540" cy="1314853"/>
          </a:xfrm>
        </p:spPr>
        <p:txBody>
          <a:bodyPr anchor="b">
            <a:normAutofit/>
          </a:bodyPr>
          <a:lstStyle/>
          <a:p>
            <a:r>
              <a:rPr lang="en-US" sz="4000"/>
              <a:t>GROUP MEMBERS AND ROLES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6500CB-1EB9-48FB-B4B0-420D6BECB7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4958" y="2743937"/>
            <a:ext cx="6147073" cy="3108424"/>
          </a:xfrm>
        </p:spPr>
        <p:txBody>
          <a:bodyPr>
            <a:normAutofit/>
          </a:bodyPr>
          <a:lstStyle/>
          <a:p>
            <a:r>
              <a:rPr lang="en-US" sz="2400" dirty="0" err="1"/>
              <a:t>Lohith</a:t>
            </a:r>
            <a:r>
              <a:rPr lang="en-US" sz="2400" dirty="0"/>
              <a:t> Kumar </a:t>
            </a:r>
            <a:r>
              <a:rPr lang="en-US" sz="2400" dirty="0" err="1"/>
              <a:t>Velkuri</a:t>
            </a:r>
            <a:r>
              <a:rPr lang="en-US" sz="2400" dirty="0"/>
              <a:t>: User Interface and backend development</a:t>
            </a:r>
          </a:p>
          <a:p>
            <a:r>
              <a:rPr lang="en-US" sz="2400" dirty="0"/>
              <a:t>Srikanth Reddy </a:t>
            </a:r>
            <a:r>
              <a:rPr lang="en-US" sz="2400" dirty="0" err="1"/>
              <a:t>Ettem</a:t>
            </a:r>
            <a:r>
              <a:rPr lang="en-US" sz="2400" dirty="0"/>
              <a:t>: Testing and database management</a:t>
            </a:r>
          </a:p>
          <a:p>
            <a:r>
              <a:rPr lang="en-US" sz="2400" dirty="0"/>
              <a:t>Vynatheya Reddy Vuppunutula: Frontend development and User Interface</a:t>
            </a:r>
          </a:p>
          <a:p>
            <a:r>
              <a:rPr lang="en-US" sz="2400" dirty="0"/>
              <a:t>Kiran Kumar Raju Ganga Raju: Design and backend development</a:t>
            </a:r>
          </a:p>
        </p:txBody>
      </p:sp>
      <p:sp>
        <p:nvSpPr>
          <p:cNvPr id="29" name="Rectangle 23">
            <a:extLst>
              <a:ext uri="{FF2B5EF4-FFF2-40B4-BE49-F238E27FC236}">
                <a16:creationId xmlns:a16="http://schemas.microsoft.com/office/drawing/2014/main" id="{85EE8969-963B-4684-B457-EC3E23FEE8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-1"/>
            <a:ext cx="4654296" cy="6861717"/>
          </a:xfrm>
          <a:prstGeom prst="rect">
            <a:avLst/>
          </a:prstGeom>
          <a:solidFill>
            <a:schemeClr val="bg1">
              <a:lumMod val="5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E7E6E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Rounded Rectangle 13">
            <a:extLst>
              <a:ext uri="{FF2B5EF4-FFF2-40B4-BE49-F238E27FC236}">
                <a16:creationId xmlns:a16="http://schemas.microsoft.com/office/drawing/2014/main" id="{FF6CD192-AEC2-4532-8B04-F022237647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8655" y="986164"/>
            <a:ext cx="3373935" cy="4358546"/>
          </a:xfrm>
          <a:prstGeom prst="roundRect">
            <a:avLst>
              <a:gd name="adj" fmla="val 2462"/>
            </a:avLst>
          </a:prstGeom>
          <a:solidFill>
            <a:schemeClr val="bg1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Graphic 6" descr="Questions">
            <a:extLst>
              <a:ext uri="{FF2B5EF4-FFF2-40B4-BE49-F238E27FC236}">
                <a16:creationId xmlns:a16="http://schemas.microsoft.com/office/drawing/2014/main" id="{83F08F23-4E90-41B4-A6AC-A7BE53F87B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9970" y="1849335"/>
            <a:ext cx="2679741" cy="2679741"/>
          </a:xfrm>
          <a:prstGeom prst="rect">
            <a:avLst/>
          </a:prstGeom>
        </p:spPr>
      </p:pic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ED22D97A-9000-40A1-A671-A23DB8BF93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354983" y="2422200"/>
            <a:ext cx="5486400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70698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15911E3A-C35B-4EF7-A355-B84E9A14A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21ADB3D-AD65-44B4-847D-5E90E90A5D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24" name="Freeform 5">
              <a:extLst>
                <a:ext uri="{FF2B5EF4-FFF2-40B4-BE49-F238E27FC236}">
                  <a16:creationId xmlns:a16="http://schemas.microsoft.com/office/drawing/2014/main" id="{CF580C70-814C-4845-B645-919BFFBD16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5" name="Freeform 6">
              <a:extLst>
                <a:ext uri="{FF2B5EF4-FFF2-40B4-BE49-F238E27FC236}">
                  <a16:creationId xmlns:a16="http://schemas.microsoft.com/office/drawing/2014/main" id="{34D7BF57-4CAA-45B2-9EF0-0AA1FCF70B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6" name="Freeform 7">
              <a:extLst>
                <a:ext uri="{FF2B5EF4-FFF2-40B4-BE49-F238E27FC236}">
                  <a16:creationId xmlns:a16="http://schemas.microsoft.com/office/drawing/2014/main" id="{7886F306-C03A-40C6-8FD5-DCE3D4595D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7" name="Freeform 8">
              <a:extLst>
                <a:ext uri="{FF2B5EF4-FFF2-40B4-BE49-F238E27FC236}">
                  <a16:creationId xmlns:a16="http://schemas.microsoft.com/office/drawing/2014/main" id="{2FDC9A36-C7C3-47D7-A64E-ED25C47EC7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8" name="Freeform 9">
              <a:extLst>
                <a:ext uri="{FF2B5EF4-FFF2-40B4-BE49-F238E27FC236}">
                  <a16:creationId xmlns:a16="http://schemas.microsoft.com/office/drawing/2014/main" id="{BB19BC37-158A-43DC-9A9E-E45CC71954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9" name="Freeform 10">
              <a:extLst>
                <a:ext uri="{FF2B5EF4-FFF2-40B4-BE49-F238E27FC236}">
                  <a16:creationId xmlns:a16="http://schemas.microsoft.com/office/drawing/2014/main" id="{077654CC-108F-48D5-B5E9-437F164F52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0" name="Freeform 11">
              <a:extLst>
                <a:ext uri="{FF2B5EF4-FFF2-40B4-BE49-F238E27FC236}">
                  <a16:creationId xmlns:a16="http://schemas.microsoft.com/office/drawing/2014/main" id="{A3CF3A63-1C1E-4E85-A78A-FDC16431E3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1" name="Freeform 12">
              <a:extLst>
                <a:ext uri="{FF2B5EF4-FFF2-40B4-BE49-F238E27FC236}">
                  <a16:creationId xmlns:a16="http://schemas.microsoft.com/office/drawing/2014/main" id="{8740FC9A-72DD-4D9B-BA25-1CCED13524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2" name="Freeform 13">
              <a:extLst>
                <a:ext uri="{FF2B5EF4-FFF2-40B4-BE49-F238E27FC236}">
                  <a16:creationId xmlns:a16="http://schemas.microsoft.com/office/drawing/2014/main" id="{7FBF5743-F2AE-4D0D-BCD1-01F7686D01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3" name="Freeform 14">
              <a:extLst>
                <a:ext uri="{FF2B5EF4-FFF2-40B4-BE49-F238E27FC236}">
                  <a16:creationId xmlns:a16="http://schemas.microsoft.com/office/drawing/2014/main" id="{CED32316-D4F7-4795-BBE0-DEBB60E27C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4" name="Freeform 15">
              <a:extLst>
                <a:ext uri="{FF2B5EF4-FFF2-40B4-BE49-F238E27FC236}">
                  <a16:creationId xmlns:a16="http://schemas.microsoft.com/office/drawing/2014/main" id="{583B23C9-B9B7-4E93-9538-CBE316F83F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5" name="Freeform 16">
              <a:extLst>
                <a:ext uri="{FF2B5EF4-FFF2-40B4-BE49-F238E27FC236}">
                  <a16:creationId xmlns:a16="http://schemas.microsoft.com/office/drawing/2014/main" id="{5B144260-9F2C-4ADB-A37C-1CFB4B428B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6" name="Freeform 17">
              <a:extLst>
                <a:ext uri="{FF2B5EF4-FFF2-40B4-BE49-F238E27FC236}">
                  <a16:creationId xmlns:a16="http://schemas.microsoft.com/office/drawing/2014/main" id="{53FF918D-79D3-4F55-A68C-0DD5880DAB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7" name="Freeform 18">
              <a:extLst>
                <a:ext uri="{FF2B5EF4-FFF2-40B4-BE49-F238E27FC236}">
                  <a16:creationId xmlns:a16="http://schemas.microsoft.com/office/drawing/2014/main" id="{B9FC1440-933F-44FE-8D77-4827DD0F99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8" name="Freeform 19">
              <a:extLst>
                <a:ext uri="{FF2B5EF4-FFF2-40B4-BE49-F238E27FC236}">
                  <a16:creationId xmlns:a16="http://schemas.microsoft.com/office/drawing/2014/main" id="{0F67F308-A67C-4D2E-B081-59BB31D8EC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9" name="Freeform 20">
              <a:extLst>
                <a:ext uri="{FF2B5EF4-FFF2-40B4-BE49-F238E27FC236}">
                  <a16:creationId xmlns:a16="http://schemas.microsoft.com/office/drawing/2014/main" id="{80112F01-90EB-4AEC-A39C-5C6875FFB9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0" name="Freeform 21">
              <a:extLst>
                <a:ext uri="{FF2B5EF4-FFF2-40B4-BE49-F238E27FC236}">
                  <a16:creationId xmlns:a16="http://schemas.microsoft.com/office/drawing/2014/main" id="{893F6B05-90EB-4C75-A0F0-C7247553BD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22">
              <a:extLst>
                <a:ext uri="{FF2B5EF4-FFF2-40B4-BE49-F238E27FC236}">
                  <a16:creationId xmlns:a16="http://schemas.microsoft.com/office/drawing/2014/main" id="{227B563B-E0C0-4D81-966D-B5E2DBAAE8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23">
              <a:extLst>
                <a:ext uri="{FF2B5EF4-FFF2-40B4-BE49-F238E27FC236}">
                  <a16:creationId xmlns:a16="http://schemas.microsoft.com/office/drawing/2014/main" id="{130DF93D-D1FF-477A-BDCE-C8B01C3B47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24">
              <a:extLst>
                <a:ext uri="{FF2B5EF4-FFF2-40B4-BE49-F238E27FC236}">
                  <a16:creationId xmlns:a16="http://schemas.microsoft.com/office/drawing/2014/main" id="{44ED67A1-C6FE-4AC8-8473-11DAC03DCD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25">
              <a:extLst>
                <a:ext uri="{FF2B5EF4-FFF2-40B4-BE49-F238E27FC236}">
                  <a16:creationId xmlns:a16="http://schemas.microsoft.com/office/drawing/2014/main" id="{213A54F3-15FA-4C8F-8ABF-CE77E72196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5F8A7F7F-DD1A-4F41-98AC-B9CE2A620C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CEF47228-EB7C-4EBA-BE01-DA6CB24102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8" name="Isosceles Triangle 22">
              <a:extLst>
                <a:ext uri="{FF2B5EF4-FFF2-40B4-BE49-F238E27FC236}">
                  <a16:creationId xmlns:a16="http://schemas.microsoft.com/office/drawing/2014/main" id="{3D2FD25A-EFFD-4F5C-9258-981F5907DE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DCF573BC-A06F-4036-A3A8-9D07DDE622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9E5FFE7-9D88-4126-9917-E4EB293D8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7" y="2415322"/>
            <a:ext cx="3451730" cy="2399869"/>
          </a:xfrm>
        </p:spPr>
        <p:txBody>
          <a:bodyPr>
            <a:normAutofit/>
          </a:bodyPr>
          <a:lstStyle/>
          <a:p>
            <a:pPr algn="ctr"/>
            <a:r>
              <a:rPr lang="en-US" sz="4000">
                <a:solidFill>
                  <a:srgbClr val="FFFFFF"/>
                </a:solidFill>
              </a:rPr>
              <a:t>PROJECT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DBD4E0-133B-499D-AEB0-0E3FA57D0A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0640" y="804672"/>
            <a:ext cx="6281928" cy="5248656"/>
          </a:xfrm>
        </p:spPr>
        <p:txBody>
          <a:bodyPr anchor="ctr">
            <a:normAutofit/>
          </a:bodyPr>
          <a:lstStyle/>
          <a:p>
            <a:r>
              <a:rPr lang="en-US" dirty="0"/>
              <a:t>Web application where registered users can browse and purchase tickets for events, concerts, movies and so forth.</a:t>
            </a:r>
          </a:p>
          <a:p>
            <a:r>
              <a:rPr lang="en-US" dirty="0"/>
              <a:t>Includes multiple cities/locations.</a:t>
            </a:r>
          </a:p>
          <a:p>
            <a:r>
              <a:rPr lang="en-US" dirty="0"/>
              <a:t>Provides event and venue information.</a:t>
            </a:r>
          </a:p>
          <a:p>
            <a:r>
              <a:rPr lang="en-US" dirty="0"/>
              <a:t>User-friendly</a:t>
            </a:r>
          </a:p>
          <a:p>
            <a:r>
              <a:rPr lang="en-US" dirty="0"/>
              <a:t>Interactive UI</a:t>
            </a:r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2678779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9">
            <a:extLst>
              <a:ext uri="{FF2B5EF4-FFF2-40B4-BE49-F238E27FC236}">
                <a16:creationId xmlns:a16="http://schemas.microsoft.com/office/drawing/2014/main" id="{08E89D5E-1885-4160-AC77-CC471DD1D0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3600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1FDB33-8137-425E-AFF2-0B3DD71D1B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3277" y="712269"/>
            <a:ext cx="3370998" cy="5502264"/>
          </a:xfrm>
        </p:spPr>
        <p:txBody>
          <a:bodyPr>
            <a:normAutofit/>
          </a:bodyPr>
          <a:lstStyle/>
          <a:p>
            <a:r>
              <a:rPr lang="en-US" sz="3700">
                <a:solidFill>
                  <a:srgbClr val="FFFFFF"/>
                </a:solidFill>
              </a:rPr>
              <a:t>DEVELOPMENT ENVIRONMENT	</a:t>
            </a:r>
          </a:p>
        </p:txBody>
      </p:sp>
      <p:cxnSp>
        <p:nvCxnSpPr>
          <p:cNvPr id="15" name="Straight Connector 11">
            <a:extLst>
              <a:ext uri="{FF2B5EF4-FFF2-40B4-BE49-F238E27FC236}">
                <a16:creationId xmlns:a16="http://schemas.microsoft.com/office/drawing/2014/main" id="{550D2BD1-98F9-412D-905B-3A843EF407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62000" y="2971800"/>
            <a:ext cx="0" cy="914400"/>
          </a:xfrm>
          <a:prstGeom prst="line">
            <a:avLst/>
          </a:prstGeom>
          <a:ln w="19050">
            <a:solidFill>
              <a:srgbClr val="FFFFFF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2BE8A4E-BF01-4A0C-AF79-879B4A73F35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63248027"/>
              </p:ext>
            </p:extLst>
          </p:nvPr>
        </p:nvGraphicFramePr>
        <p:xfrm>
          <a:off x="5280025" y="642938"/>
          <a:ext cx="6269038" cy="55721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1174997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8E89D5E-1885-4160-AC77-CC471DD1D0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3600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9D127F-342D-41C2-B75E-99222B40E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3277" y="712269"/>
            <a:ext cx="3370998" cy="550226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PROJECT SCHEDULE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50D2BD1-98F9-412D-905B-3A843EF407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62000" y="2971800"/>
            <a:ext cx="0" cy="914400"/>
          </a:xfrm>
          <a:prstGeom prst="line">
            <a:avLst/>
          </a:prstGeom>
          <a:ln w="19050">
            <a:solidFill>
              <a:srgbClr val="FFFFFF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D907D70-3189-42A4-94ED-B0768A29A34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34192784"/>
              </p:ext>
            </p:extLst>
          </p:nvPr>
        </p:nvGraphicFramePr>
        <p:xfrm>
          <a:off x="5280025" y="642938"/>
          <a:ext cx="6269038" cy="55721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484900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7">
            <a:extLst>
              <a:ext uri="{FF2B5EF4-FFF2-40B4-BE49-F238E27FC236}">
                <a16:creationId xmlns:a16="http://schemas.microsoft.com/office/drawing/2014/main" id="{4351DFE5-F63D-4BE0-BDA9-E3EB88F01A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5601" y="0"/>
            <a:ext cx="11480494" cy="2753936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25000">
                <a:schemeClr val="accent1">
                  <a:lumMod val="90000"/>
                </a:scheme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" name="Picture 9">
            <a:extLst>
              <a:ext uri="{FF2B5EF4-FFF2-40B4-BE49-F238E27FC236}">
                <a16:creationId xmlns:a16="http://schemas.microsoft.com/office/drawing/2014/main" id="{3AA16612-ACD2-4A16-8F2B-4514FD6BF2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74E9CA0-6237-4C5C-9AA3-0A8A0A58A0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226" y="826680"/>
            <a:ext cx="9833548" cy="1325563"/>
          </a:xfrm>
        </p:spPr>
        <p:txBody>
          <a:bodyPr>
            <a:normAutofit/>
          </a:bodyPr>
          <a:lstStyle/>
          <a:p>
            <a:pPr algn="ctr"/>
            <a:r>
              <a:rPr lang="en-US" sz="4000">
                <a:solidFill>
                  <a:srgbClr val="FFFFFF"/>
                </a:solidFill>
              </a:rPr>
              <a:t>GANTT CHART</a:t>
            </a:r>
            <a:endParaRPr lang="en-US" sz="4000" dirty="0">
              <a:solidFill>
                <a:srgbClr val="FFFFFF"/>
              </a:solidFill>
            </a:endParaRPr>
          </a:p>
        </p:txBody>
      </p:sp>
      <p:pic>
        <p:nvPicPr>
          <p:cNvPr id="5" name="Content Placeholder 4" descr="A screenshot of a cell phone&#10;&#10;Description automatically generated">
            <a:extLst>
              <a:ext uri="{FF2B5EF4-FFF2-40B4-BE49-F238E27FC236}">
                <a16:creationId xmlns:a16="http://schemas.microsoft.com/office/drawing/2014/main" id="{1FCE625A-0BEE-4D09-8C0B-0EC86C415D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4569" y="2607013"/>
            <a:ext cx="9022862" cy="3589506"/>
          </a:xfrm>
        </p:spPr>
      </p:pic>
    </p:spTree>
    <p:extLst>
      <p:ext uri="{BB962C8B-B14F-4D97-AF65-F5344CB8AC3E}">
        <p14:creationId xmlns:p14="http://schemas.microsoft.com/office/powerpoint/2010/main" val="19327238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8E89D5E-1885-4160-AC77-CC471DD1D0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3600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F5DA45-DFEA-41F0-B082-9DB46E3AE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3277" y="712269"/>
            <a:ext cx="3370998" cy="5502264"/>
          </a:xfrm>
        </p:spPr>
        <p:txBody>
          <a:bodyPr>
            <a:normAutofit/>
          </a:bodyPr>
          <a:lstStyle/>
          <a:p>
            <a:r>
              <a:rPr lang="en-US" sz="3700">
                <a:solidFill>
                  <a:srgbClr val="FFFFFF"/>
                </a:solidFill>
              </a:rPr>
              <a:t>RISK MANAGEMENT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50D2BD1-98F9-412D-905B-3A843EF407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62000" y="2971800"/>
            <a:ext cx="0" cy="914400"/>
          </a:xfrm>
          <a:prstGeom prst="line">
            <a:avLst/>
          </a:prstGeom>
          <a:ln w="19050">
            <a:solidFill>
              <a:srgbClr val="FFFFFF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D1F3B5E-C257-46C5-A2EC-8FC486C6CDF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37600810"/>
              </p:ext>
            </p:extLst>
          </p:nvPr>
        </p:nvGraphicFramePr>
        <p:xfrm>
          <a:off x="5280025" y="642938"/>
          <a:ext cx="6269038" cy="55721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609260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5911E3A-C35B-4EF7-A355-B84E9A14A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21ADB3D-AD65-44B4-847D-5E90E90A5D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CF580C70-814C-4845-B645-919BFFBD16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34D7BF57-4CAA-45B2-9EF0-0AA1FCF70B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7886F306-C03A-40C6-8FD5-DCE3D4595D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2FDC9A36-C7C3-47D7-A64E-ED25C47EC7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BB19BC37-158A-43DC-9A9E-E45CC71954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077654CC-108F-48D5-B5E9-437F164F52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A3CF3A63-1C1E-4E85-A78A-FDC16431E3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8740FC9A-72DD-4D9B-BA25-1CCED13524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9" name="Freeform 13">
              <a:extLst>
                <a:ext uri="{FF2B5EF4-FFF2-40B4-BE49-F238E27FC236}">
                  <a16:creationId xmlns:a16="http://schemas.microsoft.com/office/drawing/2014/main" id="{7FBF5743-F2AE-4D0D-BCD1-01F7686D01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id="{CED32316-D4F7-4795-BBE0-DEBB60E27C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583B23C9-B9B7-4E93-9538-CBE316F83F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2" name="Freeform 16">
              <a:extLst>
                <a:ext uri="{FF2B5EF4-FFF2-40B4-BE49-F238E27FC236}">
                  <a16:creationId xmlns:a16="http://schemas.microsoft.com/office/drawing/2014/main" id="{5B144260-9F2C-4ADB-A37C-1CFB4B428B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3" name="Freeform 17">
              <a:extLst>
                <a:ext uri="{FF2B5EF4-FFF2-40B4-BE49-F238E27FC236}">
                  <a16:creationId xmlns:a16="http://schemas.microsoft.com/office/drawing/2014/main" id="{53FF918D-79D3-4F55-A68C-0DD5880DAB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4" name="Freeform 18">
              <a:extLst>
                <a:ext uri="{FF2B5EF4-FFF2-40B4-BE49-F238E27FC236}">
                  <a16:creationId xmlns:a16="http://schemas.microsoft.com/office/drawing/2014/main" id="{B9FC1440-933F-44FE-8D77-4827DD0F99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5" name="Freeform 19">
              <a:extLst>
                <a:ext uri="{FF2B5EF4-FFF2-40B4-BE49-F238E27FC236}">
                  <a16:creationId xmlns:a16="http://schemas.microsoft.com/office/drawing/2014/main" id="{0F67F308-A67C-4D2E-B081-59BB31D8EC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6" name="Freeform 20">
              <a:extLst>
                <a:ext uri="{FF2B5EF4-FFF2-40B4-BE49-F238E27FC236}">
                  <a16:creationId xmlns:a16="http://schemas.microsoft.com/office/drawing/2014/main" id="{80112F01-90EB-4AEC-A39C-5C6875FFB9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7" name="Freeform 21">
              <a:extLst>
                <a:ext uri="{FF2B5EF4-FFF2-40B4-BE49-F238E27FC236}">
                  <a16:creationId xmlns:a16="http://schemas.microsoft.com/office/drawing/2014/main" id="{893F6B05-90EB-4C75-A0F0-C7247553BD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8" name="Freeform 22">
              <a:extLst>
                <a:ext uri="{FF2B5EF4-FFF2-40B4-BE49-F238E27FC236}">
                  <a16:creationId xmlns:a16="http://schemas.microsoft.com/office/drawing/2014/main" id="{227B563B-E0C0-4D81-966D-B5E2DBAAE8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9" name="Freeform 23">
              <a:extLst>
                <a:ext uri="{FF2B5EF4-FFF2-40B4-BE49-F238E27FC236}">
                  <a16:creationId xmlns:a16="http://schemas.microsoft.com/office/drawing/2014/main" id="{130DF93D-D1FF-477A-BDCE-C8B01C3B47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0" name="Freeform 24">
              <a:extLst>
                <a:ext uri="{FF2B5EF4-FFF2-40B4-BE49-F238E27FC236}">
                  <a16:creationId xmlns:a16="http://schemas.microsoft.com/office/drawing/2014/main" id="{44ED67A1-C6FE-4AC8-8473-11DAC03DCD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1" name="Freeform 25">
              <a:extLst>
                <a:ext uri="{FF2B5EF4-FFF2-40B4-BE49-F238E27FC236}">
                  <a16:creationId xmlns:a16="http://schemas.microsoft.com/office/drawing/2014/main" id="{213A54F3-15FA-4C8F-8ABF-CE77E72196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5F8A7F7F-DD1A-4F41-98AC-B9CE2A620C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CEF47228-EB7C-4EBA-BE01-DA6CB24102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5" name="Isosceles Triangle 22">
              <a:extLst>
                <a:ext uri="{FF2B5EF4-FFF2-40B4-BE49-F238E27FC236}">
                  <a16:creationId xmlns:a16="http://schemas.microsoft.com/office/drawing/2014/main" id="{3D2FD25A-EFFD-4F5C-9258-981F5907DE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DCF573BC-A06F-4036-A3A8-9D07DDE622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4C40A4D-846D-446F-8C97-26B9236FE7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7" y="2415322"/>
            <a:ext cx="3451730" cy="2399869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FFFFFF"/>
                </a:solidFill>
              </a:rPr>
              <a:t>CONTINGENCY PLANS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F8FE9D-4B66-495D-B351-9F8F6FB55A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0640" y="804671"/>
            <a:ext cx="6281928" cy="6039041"/>
          </a:xfrm>
        </p:spPr>
        <p:txBody>
          <a:bodyPr anchor="ctr">
            <a:normAutofit/>
          </a:bodyPr>
          <a:lstStyle/>
          <a:p>
            <a:r>
              <a:rPr lang="en-US" sz="2400" b="1" dirty="0"/>
              <a:t>Schedule risk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400" dirty="0"/>
              <a:t>Complete all phases and deliverables of the project on time – Gantt Chart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400" dirty="0"/>
              <a:t>Hold regular meetings outside class to discuss and work on the project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400" dirty="0"/>
              <a:t>Assign roles and responsibilities</a:t>
            </a:r>
          </a:p>
          <a:p>
            <a:r>
              <a:rPr lang="en-US" sz="2400" b="1" dirty="0"/>
              <a:t>Procedural risk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400" dirty="0"/>
              <a:t>Outline clear responsibilities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400" dirty="0"/>
              <a:t>Consult professor regularly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400" dirty="0"/>
              <a:t>Avoid common mistakes </a:t>
            </a:r>
          </a:p>
          <a:p>
            <a:r>
              <a:rPr lang="en-US" sz="2400" b="1" dirty="0"/>
              <a:t>Performance risk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400" dirty="0"/>
              <a:t>Assess work at each stage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400" dirty="0"/>
              <a:t>Conduct regular testing</a:t>
            </a:r>
          </a:p>
          <a:p>
            <a:pPr marL="0" indent="0">
              <a:buNone/>
            </a:pPr>
            <a:endParaRPr lang="en-US" sz="2000" dirty="0"/>
          </a:p>
          <a:p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978705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A495F8E3-5243-4F02-AC53-F05721B353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45280F9F-2129-4B35-86B4-8A4267DFA3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079E950F-26FD-49A5-8CFB-664703BE51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A957C5C2-2E01-464B-97B4-1981AF0523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53B7BE02-9D75-4EBB-879B-D7B75937FC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3" name="Freeform 8">
              <a:extLst>
                <a:ext uri="{FF2B5EF4-FFF2-40B4-BE49-F238E27FC236}">
                  <a16:creationId xmlns:a16="http://schemas.microsoft.com/office/drawing/2014/main" id="{0D9536D6-02B7-4110-BF2B-17B08DDFE7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4" name="Freeform 9">
              <a:extLst>
                <a:ext uri="{FF2B5EF4-FFF2-40B4-BE49-F238E27FC236}">
                  <a16:creationId xmlns:a16="http://schemas.microsoft.com/office/drawing/2014/main" id="{ADA6B83F-32F5-4D8C-AA2F-53A4FA1252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5" name="Freeform 10">
              <a:extLst>
                <a:ext uri="{FF2B5EF4-FFF2-40B4-BE49-F238E27FC236}">
                  <a16:creationId xmlns:a16="http://schemas.microsoft.com/office/drawing/2014/main" id="{AE2FF24D-C357-4073-8093-410279D42F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6" name="Freeform 11">
              <a:extLst>
                <a:ext uri="{FF2B5EF4-FFF2-40B4-BE49-F238E27FC236}">
                  <a16:creationId xmlns:a16="http://schemas.microsoft.com/office/drawing/2014/main" id="{7A7D5D9E-853D-4831-B45D-ED773133B8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7" name="Freeform 12">
              <a:extLst>
                <a:ext uri="{FF2B5EF4-FFF2-40B4-BE49-F238E27FC236}">
                  <a16:creationId xmlns:a16="http://schemas.microsoft.com/office/drawing/2014/main" id="{5D185781-4FC4-4AF1-B231-942FDE9634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8" name="Freeform 13">
              <a:extLst>
                <a:ext uri="{FF2B5EF4-FFF2-40B4-BE49-F238E27FC236}">
                  <a16:creationId xmlns:a16="http://schemas.microsoft.com/office/drawing/2014/main" id="{CC270413-B0D3-4A07-BD1B-E9254A9892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9" name="Freeform 14">
              <a:extLst>
                <a:ext uri="{FF2B5EF4-FFF2-40B4-BE49-F238E27FC236}">
                  <a16:creationId xmlns:a16="http://schemas.microsoft.com/office/drawing/2014/main" id="{2C47358D-4669-406F-AC20-6D169951BE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0" name="Freeform 15">
              <a:extLst>
                <a:ext uri="{FF2B5EF4-FFF2-40B4-BE49-F238E27FC236}">
                  <a16:creationId xmlns:a16="http://schemas.microsoft.com/office/drawing/2014/main" id="{328C9057-3C8A-45CB-A084-4AD4535CDC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1" name="Freeform 16">
              <a:extLst>
                <a:ext uri="{FF2B5EF4-FFF2-40B4-BE49-F238E27FC236}">
                  <a16:creationId xmlns:a16="http://schemas.microsoft.com/office/drawing/2014/main" id="{D204A0F9-30D5-4D9E-9019-95DEDCFFE8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2" name="Freeform 17">
              <a:extLst>
                <a:ext uri="{FF2B5EF4-FFF2-40B4-BE49-F238E27FC236}">
                  <a16:creationId xmlns:a16="http://schemas.microsoft.com/office/drawing/2014/main" id="{F9CC2C27-C82D-467C-836F-F166E7059B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3" name="Freeform 18">
              <a:extLst>
                <a:ext uri="{FF2B5EF4-FFF2-40B4-BE49-F238E27FC236}">
                  <a16:creationId xmlns:a16="http://schemas.microsoft.com/office/drawing/2014/main" id="{F680CD9A-5DEE-446A-A951-936A1B2D12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4" name="Freeform 19">
              <a:extLst>
                <a:ext uri="{FF2B5EF4-FFF2-40B4-BE49-F238E27FC236}">
                  <a16:creationId xmlns:a16="http://schemas.microsoft.com/office/drawing/2014/main" id="{90F745C0-6118-47A3-85AB-A412FE581C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5" name="Freeform 20">
              <a:extLst>
                <a:ext uri="{FF2B5EF4-FFF2-40B4-BE49-F238E27FC236}">
                  <a16:creationId xmlns:a16="http://schemas.microsoft.com/office/drawing/2014/main" id="{3CEC5B1E-7348-4ACE-B1DD-E53926EB76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6" name="Freeform 21">
              <a:extLst>
                <a:ext uri="{FF2B5EF4-FFF2-40B4-BE49-F238E27FC236}">
                  <a16:creationId xmlns:a16="http://schemas.microsoft.com/office/drawing/2014/main" id="{F96B7951-47C0-4555-9A22-86491610F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7" name="Freeform 22">
              <a:extLst>
                <a:ext uri="{FF2B5EF4-FFF2-40B4-BE49-F238E27FC236}">
                  <a16:creationId xmlns:a16="http://schemas.microsoft.com/office/drawing/2014/main" id="{ACD5C04A-A4EA-432A-A9B5-F84F41D745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8" name="Freeform 23">
              <a:extLst>
                <a:ext uri="{FF2B5EF4-FFF2-40B4-BE49-F238E27FC236}">
                  <a16:creationId xmlns:a16="http://schemas.microsoft.com/office/drawing/2014/main" id="{B33C957B-D207-438D-9823-4FF59328F3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EF79D782-A9ED-4AEE-B67D-DDD6F1CB52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669293" y="1186483"/>
            <a:ext cx="8848345" cy="4477933"/>
            <a:chOff x="1669293" y="1186483"/>
            <a:chExt cx="8848345" cy="4477933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E6C9F140-6D17-42C4-96E2-F124090D40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74042" y="1186483"/>
              <a:ext cx="8843596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EE0A3AEC-72D0-4759-A596-564927A0CF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1A027B02-EC1B-499B-B4F5-7221EC8D84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69293" y="1991156"/>
              <a:ext cx="8845667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1BE0636-1DCD-49E3-8C94-3E60FAD49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5648" y="2075688"/>
            <a:ext cx="8677656" cy="174650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987999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243</Words>
  <Application>Microsoft Office PowerPoint</Application>
  <PresentationFormat>Widescreen</PresentationFormat>
  <Paragraphs>45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Wingdings</vt:lpstr>
      <vt:lpstr>Office Theme</vt:lpstr>
      <vt:lpstr>ONLINE TICKET BOOKING SYSTEM</vt:lpstr>
      <vt:lpstr>GROUP MEMBERS AND ROLES</vt:lpstr>
      <vt:lpstr>PROJECT DESCRIPTION</vt:lpstr>
      <vt:lpstr>DEVELOPMENT ENVIRONMENT </vt:lpstr>
      <vt:lpstr>PROJECT SCHEDULE</vt:lpstr>
      <vt:lpstr>GANTT CHART</vt:lpstr>
      <vt:lpstr>RISK MANAGEMENT</vt:lpstr>
      <vt:lpstr>CONTINGENCY PLANS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ONLINE TICKET BOOKING SYSTEM</dc:title>
  <dc:creator>Vuppunutula, Vynatheya Reddy</dc:creator>
  <cp:lastModifiedBy>Vuppunutula, Vynatheya Reddy</cp:lastModifiedBy>
  <cp:revision>1</cp:revision>
  <dcterms:created xsi:type="dcterms:W3CDTF">2019-09-12T02:28:46Z</dcterms:created>
  <dcterms:modified xsi:type="dcterms:W3CDTF">2019-09-12T02:29:10Z</dcterms:modified>
</cp:coreProperties>
</file>