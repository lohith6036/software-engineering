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6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2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92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73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2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2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82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7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27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48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4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0799853-E960-42CD-A59A-217A36C7E0DF}" type="datetimeFigureOut">
              <a:rPr lang="en-US" smtClean="0"/>
              <a:t>10/21/2019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414EB36-7967-47E1-AE1D-FF71EB762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3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276A-6A22-491C-B548-F7A8592C0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DELIVERABLE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F97A3-D892-4AF6-A637-9B57E6CEAC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GROUP 10</a:t>
            </a:r>
          </a:p>
          <a:p>
            <a:r>
              <a:rPr lang="en-US" sz="2000" dirty="0" err="1"/>
              <a:t>Lohith</a:t>
            </a:r>
            <a:r>
              <a:rPr lang="en-US" sz="2000" dirty="0"/>
              <a:t> Kumar </a:t>
            </a:r>
            <a:r>
              <a:rPr lang="en-US" sz="2000" dirty="0" err="1"/>
              <a:t>Velkuri</a:t>
            </a:r>
            <a:endParaRPr lang="en-US" sz="2000" dirty="0"/>
          </a:p>
          <a:p>
            <a:r>
              <a:rPr lang="en-US" sz="2000" dirty="0"/>
              <a:t>Vynatheya Reddy Vuppunutula</a:t>
            </a:r>
          </a:p>
          <a:p>
            <a:r>
              <a:rPr lang="en-US" sz="2000" dirty="0"/>
              <a:t>Kiran Kumar Raju Ganga Raju</a:t>
            </a:r>
          </a:p>
          <a:p>
            <a:r>
              <a:rPr lang="en-US" sz="2000" dirty="0"/>
              <a:t>Srikanth Reddy </a:t>
            </a:r>
            <a:r>
              <a:rPr lang="en-US" sz="2000" dirty="0" err="1"/>
              <a:t>Ettem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9389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A7F4-4279-4902-AB6E-D3F515915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5DAE0-F156-41C0-8FF1-98E0D9C33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Homepage with List of Events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Selecting an Event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Selecting Number of Tickets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Booking Tickets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Booking Page</a:t>
            </a:r>
            <a:endParaRPr lang="en-US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Confirmation Page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132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E5A5-1D51-4A0C-B599-8B714D095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5" name="Content Placeholder 4" descr="A screenshot of text&#10;&#10;Description automatically generated">
            <a:extLst>
              <a:ext uri="{FF2B5EF4-FFF2-40B4-BE49-F238E27FC236}">
                <a16:creationId xmlns:a16="http://schemas.microsoft.com/office/drawing/2014/main" id="{FCFD6CB7-9CF0-408D-A4F7-01ACC3CA6C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810" y="2011363"/>
            <a:ext cx="4046654" cy="3767137"/>
          </a:xfrm>
        </p:spPr>
      </p:pic>
    </p:spTree>
    <p:extLst>
      <p:ext uri="{BB962C8B-B14F-4D97-AF65-F5344CB8AC3E}">
        <p14:creationId xmlns:p14="http://schemas.microsoft.com/office/powerpoint/2010/main" val="10159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983E-B289-4757-86CC-3295CC5C4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DIAGRAM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FC9CE1B4-2ECA-4C84-93C6-15A17307F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950" y="2011363"/>
            <a:ext cx="4256375" cy="3767137"/>
          </a:xfrm>
        </p:spPr>
      </p:pic>
    </p:spTree>
    <p:extLst>
      <p:ext uri="{BB962C8B-B14F-4D97-AF65-F5344CB8AC3E}">
        <p14:creationId xmlns:p14="http://schemas.microsoft.com/office/powerpoint/2010/main" val="392006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E1DF-A123-4DBB-94F1-8431DD35E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DIAGRAM</a:t>
            </a:r>
          </a:p>
        </p:txBody>
      </p:sp>
      <p:pic>
        <p:nvPicPr>
          <p:cNvPr id="5" name="Content Placeholder 4" descr="A picture containing text, map&#10;&#10;Description automatically generated">
            <a:extLst>
              <a:ext uri="{FF2B5EF4-FFF2-40B4-BE49-F238E27FC236}">
                <a16:creationId xmlns:a16="http://schemas.microsoft.com/office/drawing/2014/main" id="{FE59AFA7-2B77-4AAF-B81F-04E77544AF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5763" y="2011363"/>
            <a:ext cx="4034748" cy="3767137"/>
          </a:xfrm>
        </p:spPr>
      </p:pic>
    </p:spTree>
    <p:extLst>
      <p:ext uri="{BB962C8B-B14F-4D97-AF65-F5344CB8AC3E}">
        <p14:creationId xmlns:p14="http://schemas.microsoft.com/office/powerpoint/2010/main" val="227482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AE5E9-C689-4BB9-91D9-13A499388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547855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16</TotalTime>
  <Words>45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 Light</vt:lpstr>
      <vt:lpstr>Wingdings</vt:lpstr>
      <vt:lpstr>Metropolitan</vt:lpstr>
      <vt:lpstr>DELIVERABLE 3</vt:lpstr>
      <vt:lpstr>REQUIREMENTS</vt:lpstr>
      <vt:lpstr>CLASS DIAGRAM</vt:lpstr>
      <vt:lpstr>SEQUENCE DIAGRAM</vt:lpstr>
      <vt:lpstr>USE CASE DIAGRAM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DELIVERABLE 3</dc:title>
  <dc:creator>Vuppunutula, Vynatheya Reddy</dc:creator>
  <cp:lastModifiedBy>Vuppunutula, Vynatheya Reddy</cp:lastModifiedBy>
  <cp:revision>2</cp:revision>
  <dcterms:created xsi:type="dcterms:W3CDTF">2019-10-22T04:38:26Z</dcterms:created>
  <dcterms:modified xsi:type="dcterms:W3CDTF">2019-10-22T04:57:14Z</dcterms:modified>
</cp:coreProperties>
</file>